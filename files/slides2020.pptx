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5" r:id="rId3"/>
    <p:sldId id="264" r:id="rId4"/>
    <p:sldId id="262" r:id="rId5"/>
    <p:sldId id="26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6EF"/>
    <a:srgbClr val="2642EA"/>
    <a:srgbClr val="4727E9"/>
    <a:srgbClr val="4120E8"/>
    <a:srgbClr val="341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 autoAdjust="0"/>
    <p:restoredTop sz="94660"/>
  </p:normalViewPr>
  <p:slideViewPr>
    <p:cSldViewPr snapToGrid="0">
      <p:cViewPr varScale="1">
        <p:scale>
          <a:sx n="96" d="100"/>
          <a:sy n="96" d="100"/>
        </p:scale>
        <p:origin x="315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37094-ECAF-89E4-B16D-F64D8FCFA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DD5AAA-2665-0059-B813-C6F9D72C7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6A327F-B114-B2BF-F04B-1A48E0C8A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B31AE-4FE0-EEDE-2704-1440C2BD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969EB5-D812-C9C1-00CD-A8B9AD10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471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47847-30B0-FAED-E05E-9B7922691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01DFA-98B5-649F-5936-1D03A78B9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15B735-B4A8-4514-DE50-069DE5818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533708-EFE8-8789-9B3F-14C092B62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CEF69D-BED7-2E10-97C3-A43257D1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81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78BD8-FF57-01F4-151F-C877BF14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0BA1CF-C86D-87F1-2F23-EA7D92292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F2183-8419-37AB-67DD-13772E5D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552AB-0D8E-3C85-4D08-BB54346AF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CC9856-D017-D904-3449-071118DF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46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CA227-FEF4-CF0C-4C05-58E29CEF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ACC618-423D-6FE4-3628-D710E0257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CB35CE-002B-E0A8-3BF5-8BAF49FA2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43F993-8999-E8AD-7619-9049AC20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584C48-DCB5-2DF5-276B-541D0FAA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BACFE3-8351-3204-F95B-CE1C3B72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03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E698C-A693-81B6-9FCD-A58063FB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14CE56-12AB-6090-CAFA-40158F503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7DD569-D8AF-03AC-FC90-B9E119DA7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0C3EED-906D-44F1-9B2D-4ED4173A9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35B31E-026D-08B7-BB2D-099D612A9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58E16D-419C-5EB2-5DB0-AE4DEF580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8180F4-CEAE-0830-8705-4E22B81B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27EBF2-D26B-BD2E-020E-D880357D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90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EB7F0-F7AC-67C3-81E6-60F02C1B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E45221-95B1-1281-F3AA-C318F905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490925-3AD0-4046-ADF9-C5147BCF6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73F750-9290-82D1-4A81-D38E4E06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832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7B88FD-1462-229F-5382-52E730D3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B714AD-368E-0320-3A2E-9DF51D1F3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F42D8C-74D6-0C44-E32E-1E53BEC2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049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4A6D9-FE93-72DF-AE7F-072654640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A9DD84-A5BF-A8F2-22DC-3DA5D7C69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5EC660-559A-FF40-3068-BF9EA8C3A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879DA9-6A4E-22FB-4B75-6DF9A3BD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42FE41-ECDF-0283-D5EC-964C7C7F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AF324C-8DB9-0A56-CFBC-99343205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64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CBC3D-1E9F-853F-93A8-377F3FB6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93B2B0-D8AC-7457-3355-B8BB8108C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73E30A-0FF7-A9E8-1D82-90406A501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BCDA2C-1BCE-79CD-B905-F9DE245A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E29439-2CEA-D63F-F629-72D0D5DB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5039C0-5D0B-AFDA-1425-017D9D07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0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DF184-74C9-5C34-2FD8-2A3E82C98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A1E0E8-D531-94D4-E4DE-6C82E6A0F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B5AC3C-4E35-3E2C-C92B-621D7323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2DFCE7-E0AC-7579-C901-EF20D97E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74B738-6701-B191-1DC8-DCA63AEB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29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21E96D-A1AB-62D2-0861-18A38C609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3AA557-85DE-32A6-314C-08FC86B38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12A0F4-1671-BFCA-8E5E-1F84C68E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8F703E-22D8-A087-9A1C-D10C32D9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BAA1C-EF24-D49C-A049-AC8EAC5E1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79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A89171-0427-4295-EAB3-042AD8A27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00A09B-45A3-3A9D-2545-206038BBF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158A33-1F80-ACBE-CF7B-ACBC71D09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B9F25-4134-42A3-A02D-CE575293917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7DB4B2-CAEB-A648-DA2B-5F5DC59C3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F2EE28-FDC3-3DA9-6290-13BAD859A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96AC0-0407-4575-B390-A2DDEF930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24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16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8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13" Type="http://schemas.openxmlformats.org/officeDocument/2006/relationships/image" Target="../media/image440.png"/><Relationship Id="rId18" Type="http://schemas.openxmlformats.org/officeDocument/2006/relationships/image" Target="../media/image490.png"/><Relationship Id="rId3" Type="http://schemas.openxmlformats.org/officeDocument/2006/relationships/image" Target="../media/image340.png"/><Relationship Id="rId21" Type="http://schemas.openxmlformats.org/officeDocument/2006/relationships/image" Target="../media/image520.png"/><Relationship Id="rId7" Type="http://schemas.openxmlformats.org/officeDocument/2006/relationships/image" Target="../media/image380.png"/><Relationship Id="rId12" Type="http://schemas.openxmlformats.org/officeDocument/2006/relationships/image" Target="../media/image430.png"/><Relationship Id="rId17" Type="http://schemas.openxmlformats.org/officeDocument/2006/relationships/image" Target="../media/image480.png"/><Relationship Id="rId2" Type="http://schemas.openxmlformats.org/officeDocument/2006/relationships/image" Target="../media/image330.png"/><Relationship Id="rId16" Type="http://schemas.openxmlformats.org/officeDocument/2006/relationships/image" Target="../media/image470.png"/><Relationship Id="rId20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20.png"/><Relationship Id="rId5" Type="http://schemas.openxmlformats.org/officeDocument/2006/relationships/image" Target="../media/image360.png"/><Relationship Id="rId15" Type="http://schemas.openxmlformats.org/officeDocument/2006/relationships/image" Target="../media/image460.png"/><Relationship Id="rId10" Type="http://schemas.openxmlformats.org/officeDocument/2006/relationships/image" Target="../media/image410.png"/><Relationship Id="rId19" Type="http://schemas.openxmlformats.org/officeDocument/2006/relationships/image" Target="../media/image500.png"/><Relationship Id="rId4" Type="http://schemas.openxmlformats.org/officeDocument/2006/relationships/image" Target="../media/image350.png"/><Relationship Id="rId9" Type="http://schemas.openxmlformats.org/officeDocument/2006/relationships/image" Target="../media/image400.png"/><Relationship Id="rId14" Type="http://schemas.openxmlformats.org/officeDocument/2006/relationships/image" Target="../media/image450.png"/><Relationship Id="rId22" Type="http://schemas.openxmlformats.org/officeDocument/2006/relationships/image" Target="../media/image5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13" Type="http://schemas.openxmlformats.org/officeDocument/2006/relationships/image" Target="../media/image640.png"/><Relationship Id="rId18" Type="http://schemas.openxmlformats.org/officeDocument/2006/relationships/image" Target="../media/image69.png"/><Relationship Id="rId3" Type="http://schemas.openxmlformats.org/officeDocument/2006/relationships/image" Target="../media/image540.png"/><Relationship Id="rId21" Type="http://schemas.openxmlformats.org/officeDocument/2006/relationships/image" Target="../media/image72.png"/><Relationship Id="rId7" Type="http://schemas.openxmlformats.org/officeDocument/2006/relationships/image" Target="../media/image580.png"/><Relationship Id="rId12" Type="http://schemas.openxmlformats.org/officeDocument/2006/relationships/image" Target="../media/image630.png"/><Relationship Id="rId17" Type="http://schemas.openxmlformats.org/officeDocument/2006/relationships/image" Target="../media/image68.png"/><Relationship Id="rId2" Type="http://schemas.openxmlformats.org/officeDocument/2006/relationships/image" Target="../media/image330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0.png"/><Relationship Id="rId11" Type="http://schemas.openxmlformats.org/officeDocument/2006/relationships/image" Target="../media/image620.png"/><Relationship Id="rId5" Type="http://schemas.openxmlformats.org/officeDocument/2006/relationships/image" Target="../media/image560.png"/><Relationship Id="rId15" Type="http://schemas.openxmlformats.org/officeDocument/2006/relationships/image" Target="../media/image66.png"/><Relationship Id="rId10" Type="http://schemas.openxmlformats.org/officeDocument/2006/relationships/image" Target="../media/image610.png"/><Relationship Id="rId19" Type="http://schemas.openxmlformats.org/officeDocument/2006/relationships/image" Target="../media/image70.png"/><Relationship Id="rId4" Type="http://schemas.openxmlformats.org/officeDocument/2006/relationships/image" Target="../media/image550.png"/><Relationship Id="rId9" Type="http://schemas.openxmlformats.org/officeDocument/2006/relationships/image" Target="../media/image600.png"/><Relationship Id="rId14" Type="http://schemas.openxmlformats.org/officeDocument/2006/relationships/image" Target="../media/image650.png"/><Relationship Id="rId22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3DD9-FA13-3BF5-5BA2-9A131C96E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2EBC358-7C44-94F6-F4DB-EFAE502CD2BE}"/>
              </a:ext>
            </a:extLst>
          </p:cNvPr>
          <p:cNvCxnSpPr>
            <a:cxnSpLocks/>
            <a:stCxn id="880" idx="2"/>
            <a:endCxn id="886" idx="0"/>
          </p:cNvCxnSpPr>
          <p:nvPr/>
        </p:nvCxnSpPr>
        <p:spPr>
          <a:xfrm>
            <a:off x="5888151" y="835760"/>
            <a:ext cx="0" cy="50810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062437D-72F4-9173-241C-5B3BB6FAEBD3}"/>
              </a:ext>
            </a:extLst>
          </p:cNvPr>
          <p:cNvCxnSpPr>
            <a:cxnSpLocks/>
            <a:stCxn id="880" idx="2"/>
            <a:endCxn id="885" idx="0"/>
          </p:cNvCxnSpPr>
          <p:nvPr/>
        </p:nvCxnSpPr>
        <p:spPr>
          <a:xfrm>
            <a:off x="5888151" y="835760"/>
            <a:ext cx="3099065" cy="49995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3092A80-94ED-4C1F-6689-D99FEB467967}"/>
              </a:ext>
            </a:extLst>
          </p:cNvPr>
          <p:cNvCxnSpPr>
            <a:cxnSpLocks/>
            <a:stCxn id="880" idx="2"/>
            <a:endCxn id="887" idx="0"/>
          </p:cNvCxnSpPr>
          <p:nvPr/>
        </p:nvCxnSpPr>
        <p:spPr>
          <a:xfrm flipH="1">
            <a:off x="3414170" y="835760"/>
            <a:ext cx="2473981" cy="49195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E98C93A7-D658-2597-0A80-0449455754B6}"/>
              </a:ext>
            </a:extLst>
          </p:cNvPr>
          <p:cNvCxnSpPr>
            <a:cxnSpLocks/>
            <a:stCxn id="886" idx="2"/>
            <a:endCxn id="930" idx="0"/>
          </p:cNvCxnSpPr>
          <p:nvPr/>
        </p:nvCxnSpPr>
        <p:spPr>
          <a:xfrm flipH="1">
            <a:off x="5357694" y="1881179"/>
            <a:ext cx="530457" cy="65749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BF63ABE-3BDB-3E2A-39A5-D0FAE3E1EEB2}"/>
              </a:ext>
            </a:extLst>
          </p:cNvPr>
          <p:cNvCxnSpPr>
            <a:cxnSpLocks/>
            <a:stCxn id="886" idx="2"/>
          </p:cNvCxnSpPr>
          <p:nvPr/>
        </p:nvCxnSpPr>
        <p:spPr>
          <a:xfrm>
            <a:off x="5888151" y="1881179"/>
            <a:ext cx="1778796" cy="66133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A104DD2E-07E5-CA63-A3B8-CA2B2BC8A80F}"/>
              </a:ext>
            </a:extLst>
          </p:cNvPr>
          <p:cNvCxnSpPr>
            <a:cxnSpLocks/>
            <a:stCxn id="886" idx="2"/>
            <a:endCxn id="882" idx="0"/>
          </p:cNvCxnSpPr>
          <p:nvPr/>
        </p:nvCxnSpPr>
        <p:spPr>
          <a:xfrm>
            <a:off x="5888151" y="1881179"/>
            <a:ext cx="996239" cy="6531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118A7E3C-9936-97E4-34A3-50D33F17D2A9}"/>
              </a:ext>
            </a:extLst>
          </p:cNvPr>
          <p:cNvCxnSpPr>
            <a:cxnSpLocks/>
            <a:stCxn id="887" idx="2"/>
            <a:endCxn id="884" idx="0"/>
          </p:cNvCxnSpPr>
          <p:nvPr/>
        </p:nvCxnSpPr>
        <p:spPr>
          <a:xfrm flipH="1">
            <a:off x="2376396" y="1865026"/>
            <a:ext cx="1037774" cy="6692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77AB1061-E8E0-264E-CD23-F8DDBF80A28F}"/>
              </a:ext>
            </a:extLst>
          </p:cNvPr>
          <p:cNvCxnSpPr>
            <a:cxnSpLocks/>
            <a:stCxn id="887" idx="2"/>
            <a:endCxn id="933" idx="0"/>
          </p:cNvCxnSpPr>
          <p:nvPr/>
        </p:nvCxnSpPr>
        <p:spPr>
          <a:xfrm flipH="1">
            <a:off x="3165878" y="1865026"/>
            <a:ext cx="248292" cy="67639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7AC3AD3E-F0E5-95E2-653E-B804211FE310}"/>
              </a:ext>
            </a:extLst>
          </p:cNvPr>
          <p:cNvCxnSpPr>
            <a:cxnSpLocks/>
            <a:stCxn id="880" idx="2"/>
            <a:endCxn id="897" idx="0"/>
          </p:cNvCxnSpPr>
          <p:nvPr/>
        </p:nvCxnSpPr>
        <p:spPr>
          <a:xfrm>
            <a:off x="5888151" y="835760"/>
            <a:ext cx="1477369" cy="49915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763D325D-51FB-BD27-0809-ED3F3983DFAD}"/>
              </a:ext>
            </a:extLst>
          </p:cNvPr>
          <p:cNvCxnSpPr>
            <a:cxnSpLocks/>
            <a:stCxn id="886" idx="2"/>
            <a:endCxn id="881" idx="0"/>
          </p:cNvCxnSpPr>
          <p:nvPr/>
        </p:nvCxnSpPr>
        <p:spPr>
          <a:xfrm flipH="1">
            <a:off x="4604004" y="1881179"/>
            <a:ext cx="1284147" cy="65939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CC8539BA-BAE0-EEAB-1E92-7E41447EF90B}"/>
              </a:ext>
            </a:extLst>
          </p:cNvPr>
          <p:cNvCxnSpPr>
            <a:cxnSpLocks/>
            <a:stCxn id="887" idx="2"/>
            <a:endCxn id="846" idx="0"/>
          </p:cNvCxnSpPr>
          <p:nvPr/>
        </p:nvCxnSpPr>
        <p:spPr>
          <a:xfrm flipH="1">
            <a:off x="1624632" y="1865026"/>
            <a:ext cx="1789538" cy="6697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D37BF58E-111F-CE23-5427-ED68B8435C0B}"/>
              </a:ext>
            </a:extLst>
          </p:cNvPr>
          <p:cNvCxnSpPr>
            <a:cxnSpLocks/>
            <a:stCxn id="887" idx="2"/>
            <a:endCxn id="932" idx="0"/>
          </p:cNvCxnSpPr>
          <p:nvPr/>
        </p:nvCxnSpPr>
        <p:spPr>
          <a:xfrm>
            <a:off x="3414170" y="1865026"/>
            <a:ext cx="463915" cy="67362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08DB4A9F-2CC0-C8C7-22E9-683489440A84}"/>
              </a:ext>
            </a:extLst>
          </p:cNvPr>
          <p:cNvCxnSpPr>
            <a:cxnSpLocks/>
            <a:stCxn id="886" idx="2"/>
            <a:endCxn id="929" idx="0"/>
          </p:cNvCxnSpPr>
          <p:nvPr/>
        </p:nvCxnSpPr>
        <p:spPr>
          <a:xfrm>
            <a:off x="5888151" y="1881179"/>
            <a:ext cx="220528" cy="65973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E470AA0-3E19-D8E7-3F60-447EF2D0A142}"/>
              </a:ext>
            </a:extLst>
          </p:cNvPr>
          <p:cNvCxnSpPr>
            <a:cxnSpLocks/>
            <a:stCxn id="880" idx="2"/>
            <a:endCxn id="847" idx="0"/>
          </p:cNvCxnSpPr>
          <p:nvPr/>
        </p:nvCxnSpPr>
        <p:spPr>
          <a:xfrm flipH="1">
            <a:off x="4209779" y="835760"/>
            <a:ext cx="1678372" cy="49995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CB216C69-29B0-0CB8-3252-5A73116DF2C6}"/>
              </a:ext>
            </a:extLst>
          </p:cNvPr>
          <p:cNvCxnSpPr>
            <a:cxnSpLocks/>
            <a:stCxn id="880" idx="2"/>
            <a:endCxn id="891" idx="0"/>
          </p:cNvCxnSpPr>
          <p:nvPr/>
        </p:nvCxnSpPr>
        <p:spPr>
          <a:xfrm flipH="1">
            <a:off x="5012663" y="835760"/>
            <a:ext cx="875488" cy="50270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0" name="直接连接符 379">
            <a:extLst>
              <a:ext uri="{FF2B5EF4-FFF2-40B4-BE49-F238E27FC236}">
                <a16:creationId xmlns:a16="http://schemas.microsoft.com/office/drawing/2014/main" id="{471B85BC-F4F4-C78A-519F-99691089BEB6}"/>
              </a:ext>
            </a:extLst>
          </p:cNvPr>
          <p:cNvCxnSpPr>
            <a:cxnSpLocks/>
            <a:stCxn id="885" idx="2"/>
            <a:endCxn id="894" idx="0"/>
          </p:cNvCxnSpPr>
          <p:nvPr/>
        </p:nvCxnSpPr>
        <p:spPr>
          <a:xfrm flipH="1">
            <a:off x="8432093" y="1873023"/>
            <a:ext cx="555123" cy="66846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05F13AFC-FBDC-DD61-A60F-68AC4DAF4F5D}"/>
              </a:ext>
            </a:extLst>
          </p:cNvPr>
          <p:cNvCxnSpPr>
            <a:cxnSpLocks/>
            <a:stCxn id="885" idx="2"/>
            <a:endCxn id="935" idx="0"/>
          </p:cNvCxnSpPr>
          <p:nvPr/>
        </p:nvCxnSpPr>
        <p:spPr>
          <a:xfrm>
            <a:off x="8987216" y="1873023"/>
            <a:ext cx="220588" cy="67014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2" name="直接连接符 381">
            <a:extLst>
              <a:ext uri="{FF2B5EF4-FFF2-40B4-BE49-F238E27FC236}">
                <a16:creationId xmlns:a16="http://schemas.microsoft.com/office/drawing/2014/main" id="{00D5CD17-755C-0EC4-04A9-EBA90945F54E}"/>
              </a:ext>
            </a:extLst>
          </p:cNvPr>
          <p:cNvCxnSpPr>
            <a:cxnSpLocks/>
            <a:stCxn id="885" idx="2"/>
            <a:endCxn id="888" idx="0"/>
          </p:cNvCxnSpPr>
          <p:nvPr/>
        </p:nvCxnSpPr>
        <p:spPr>
          <a:xfrm>
            <a:off x="8987216" y="1873023"/>
            <a:ext cx="1011502" cy="66800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E6362AFA-17C3-B009-7711-F73DB4618719}"/>
              </a:ext>
            </a:extLst>
          </p:cNvPr>
          <p:cNvCxnSpPr>
            <a:cxnSpLocks/>
            <a:stCxn id="884" idx="2"/>
            <a:endCxn id="928" idx="0"/>
          </p:cNvCxnSpPr>
          <p:nvPr/>
        </p:nvCxnSpPr>
        <p:spPr>
          <a:xfrm flipH="1">
            <a:off x="1336844" y="3071628"/>
            <a:ext cx="1039552" cy="62650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3" name="直接连接符 392">
            <a:extLst>
              <a:ext uri="{FF2B5EF4-FFF2-40B4-BE49-F238E27FC236}">
                <a16:creationId xmlns:a16="http://schemas.microsoft.com/office/drawing/2014/main" id="{1BA9E3E2-799D-2061-5891-64B168906B67}"/>
              </a:ext>
            </a:extLst>
          </p:cNvPr>
          <p:cNvCxnSpPr>
            <a:cxnSpLocks/>
            <a:stCxn id="881" idx="2"/>
            <a:endCxn id="938" idx="0"/>
          </p:cNvCxnSpPr>
          <p:nvPr/>
        </p:nvCxnSpPr>
        <p:spPr>
          <a:xfrm flipH="1">
            <a:off x="3959054" y="3077887"/>
            <a:ext cx="644950" cy="61325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4" name="直接连接符 393">
            <a:extLst>
              <a:ext uri="{FF2B5EF4-FFF2-40B4-BE49-F238E27FC236}">
                <a16:creationId xmlns:a16="http://schemas.microsoft.com/office/drawing/2014/main" id="{E71721ED-8BEA-7769-0E4B-BFA20DEF6DF8}"/>
              </a:ext>
            </a:extLst>
          </p:cNvPr>
          <p:cNvCxnSpPr>
            <a:cxnSpLocks/>
            <a:stCxn id="884" idx="2"/>
            <a:endCxn id="927" idx="0"/>
          </p:cNvCxnSpPr>
          <p:nvPr/>
        </p:nvCxnSpPr>
        <p:spPr>
          <a:xfrm flipH="1">
            <a:off x="2235732" y="3071628"/>
            <a:ext cx="140664" cy="62433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5" name="直接连接符 394">
            <a:extLst>
              <a:ext uri="{FF2B5EF4-FFF2-40B4-BE49-F238E27FC236}">
                <a16:creationId xmlns:a16="http://schemas.microsoft.com/office/drawing/2014/main" id="{FCE280F5-28C9-2A82-5809-93E98F8D4D77}"/>
              </a:ext>
            </a:extLst>
          </p:cNvPr>
          <p:cNvCxnSpPr>
            <a:cxnSpLocks/>
            <a:stCxn id="881" idx="2"/>
            <a:endCxn id="940" idx="0"/>
          </p:cNvCxnSpPr>
          <p:nvPr/>
        </p:nvCxnSpPr>
        <p:spPr>
          <a:xfrm>
            <a:off x="4604004" y="3077887"/>
            <a:ext cx="967055" cy="62574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6" name="直接连接符 395">
            <a:extLst>
              <a:ext uri="{FF2B5EF4-FFF2-40B4-BE49-F238E27FC236}">
                <a16:creationId xmlns:a16="http://schemas.microsoft.com/office/drawing/2014/main" id="{B2087465-A54B-66D1-B5EC-86597F5287A7}"/>
              </a:ext>
            </a:extLst>
          </p:cNvPr>
          <p:cNvCxnSpPr>
            <a:cxnSpLocks/>
            <a:stCxn id="882" idx="2"/>
            <a:endCxn id="889" idx="0"/>
          </p:cNvCxnSpPr>
          <p:nvPr/>
        </p:nvCxnSpPr>
        <p:spPr>
          <a:xfrm flipH="1">
            <a:off x="6438000" y="3071628"/>
            <a:ext cx="446390" cy="63314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7" name="直接连接符 396">
            <a:extLst>
              <a:ext uri="{FF2B5EF4-FFF2-40B4-BE49-F238E27FC236}">
                <a16:creationId xmlns:a16="http://schemas.microsoft.com/office/drawing/2014/main" id="{CC5BECB4-FDC5-8EA7-CE81-8B98EA6CC869}"/>
              </a:ext>
            </a:extLst>
          </p:cNvPr>
          <p:cNvCxnSpPr>
            <a:cxnSpLocks/>
            <a:stCxn id="882" idx="2"/>
            <a:endCxn id="890" idx="0"/>
          </p:cNvCxnSpPr>
          <p:nvPr/>
        </p:nvCxnSpPr>
        <p:spPr>
          <a:xfrm>
            <a:off x="6884390" y="3071628"/>
            <a:ext cx="450352" cy="62992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8" name="直接连接符 397">
            <a:extLst>
              <a:ext uri="{FF2B5EF4-FFF2-40B4-BE49-F238E27FC236}">
                <a16:creationId xmlns:a16="http://schemas.microsoft.com/office/drawing/2014/main" id="{9629B231-23C1-BC37-3C37-102DF0965B9E}"/>
              </a:ext>
            </a:extLst>
          </p:cNvPr>
          <p:cNvCxnSpPr>
            <a:cxnSpLocks/>
            <a:stCxn id="884" idx="2"/>
            <a:endCxn id="926" idx="0"/>
          </p:cNvCxnSpPr>
          <p:nvPr/>
        </p:nvCxnSpPr>
        <p:spPr>
          <a:xfrm>
            <a:off x="2376396" y="3071628"/>
            <a:ext cx="702557" cy="62845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9" name="直接连接符 398">
            <a:extLst>
              <a:ext uri="{FF2B5EF4-FFF2-40B4-BE49-F238E27FC236}">
                <a16:creationId xmlns:a16="http://schemas.microsoft.com/office/drawing/2014/main" id="{A84F58B7-096D-5EBA-62E9-A9F9247AD34B}"/>
              </a:ext>
            </a:extLst>
          </p:cNvPr>
          <p:cNvCxnSpPr>
            <a:cxnSpLocks/>
            <a:stCxn id="881" idx="2"/>
            <a:endCxn id="939" idx="0"/>
          </p:cNvCxnSpPr>
          <p:nvPr/>
        </p:nvCxnSpPr>
        <p:spPr>
          <a:xfrm>
            <a:off x="4604004" y="3077887"/>
            <a:ext cx="169456" cy="61749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6" name="直接连接符 425">
            <a:extLst>
              <a:ext uri="{FF2B5EF4-FFF2-40B4-BE49-F238E27FC236}">
                <a16:creationId xmlns:a16="http://schemas.microsoft.com/office/drawing/2014/main" id="{85D02176-76FB-747D-219E-7AA32A243582}"/>
              </a:ext>
            </a:extLst>
          </p:cNvPr>
          <p:cNvCxnSpPr>
            <a:cxnSpLocks/>
            <a:stCxn id="882" idx="2"/>
            <a:endCxn id="892" idx="0"/>
          </p:cNvCxnSpPr>
          <p:nvPr/>
        </p:nvCxnSpPr>
        <p:spPr>
          <a:xfrm>
            <a:off x="6884390" y="3071628"/>
            <a:ext cx="1395165" cy="62374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85CB5BEF-E87D-F74D-1582-B371D39720D2}"/>
              </a:ext>
            </a:extLst>
          </p:cNvPr>
          <p:cNvCxnSpPr>
            <a:cxnSpLocks/>
            <a:stCxn id="935" idx="2"/>
            <a:endCxn id="942" idx="0"/>
          </p:cNvCxnSpPr>
          <p:nvPr/>
        </p:nvCxnSpPr>
        <p:spPr>
          <a:xfrm>
            <a:off x="9207804" y="3080482"/>
            <a:ext cx="70989" cy="615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8" name="直接连接符 427">
            <a:extLst>
              <a:ext uri="{FF2B5EF4-FFF2-40B4-BE49-F238E27FC236}">
                <a16:creationId xmlns:a16="http://schemas.microsoft.com/office/drawing/2014/main" id="{BF23E5DD-7C10-140B-7C0C-5814D13D8371}"/>
              </a:ext>
            </a:extLst>
          </p:cNvPr>
          <p:cNvCxnSpPr>
            <a:cxnSpLocks/>
            <a:stCxn id="935" idx="2"/>
            <a:endCxn id="943" idx="0"/>
          </p:cNvCxnSpPr>
          <p:nvPr/>
        </p:nvCxnSpPr>
        <p:spPr>
          <a:xfrm>
            <a:off x="9207804" y="3080482"/>
            <a:ext cx="1015802" cy="61765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5" name="直接连接符 434">
            <a:extLst>
              <a:ext uri="{FF2B5EF4-FFF2-40B4-BE49-F238E27FC236}">
                <a16:creationId xmlns:a16="http://schemas.microsoft.com/office/drawing/2014/main" id="{BE87BB5B-6683-4465-BA8B-437740C2FCF1}"/>
              </a:ext>
            </a:extLst>
          </p:cNvPr>
          <p:cNvCxnSpPr>
            <a:cxnSpLocks/>
            <a:stCxn id="935" idx="2"/>
            <a:endCxn id="941" idx="0"/>
          </p:cNvCxnSpPr>
          <p:nvPr/>
        </p:nvCxnSpPr>
        <p:spPr>
          <a:xfrm>
            <a:off x="9207804" y="3080482"/>
            <a:ext cx="1926571" cy="6148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6" name="椭圆 845">
                <a:extLst>
                  <a:ext uri="{FF2B5EF4-FFF2-40B4-BE49-F238E27FC236}">
                    <a16:creationId xmlns:a16="http://schemas.microsoft.com/office/drawing/2014/main" id="{18A72839-2B7F-4457-387D-5246F823DBB4}"/>
                  </a:ext>
                </a:extLst>
              </p:cNvPr>
              <p:cNvSpPr/>
              <p:nvPr/>
            </p:nvSpPr>
            <p:spPr>
              <a:xfrm>
                <a:off x="1282632" y="2534772"/>
                <a:ext cx="684000" cy="536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46" name="椭圆 845">
                <a:extLst>
                  <a:ext uri="{FF2B5EF4-FFF2-40B4-BE49-F238E27FC236}">
                    <a16:creationId xmlns:a16="http://schemas.microsoft.com/office/drawing/2014/main" id="{18A72839-2B7F-4457-387D-5246F823DB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632" y="2534772"/>
                <a:ext cx="684000" cy="5364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7" name="矩形: 圆角 846">
                <a:extLst>
                  <a:ext uri="{FF2B5EF4-FFF2-40B4-BE49-F238E27FC236}">
                    <a16:creationId xmlns:a16="http://schemas.microsoft.com/office/drawing/2014/main" id="{2BF6C513-F722-5B86-4680-4C71BCD2555F}"/>
                  </a:ext>
                </a:extLst>
              </p:cNvPr>
              <p:cNvSpPr/>
              <p:nvPr/>
            </p:nvSpPr>
            <p:spPr>
              <a:xfrm>
                <a:off x="3867779" y="1335712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47" name="矩形: 圆角 846">
                <a:extLst>
                  <a:ext uri="{FF2B5EF4-FFF2-40B4-BE49-F238E27FC236}">
                    <a16:creationId xmlns:a16="http://schemas.microsoft.com/office/drawing/2014/main" id="{2BF6C513-F722-5B86-4680-4C71BCD255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779" y="1335712"/>
                <a:ext cx="684000" cy="536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0" name="矩形: 圆角 879">
                <a:extLst>
                  <a:ext uri="{FF2B5EF4-FFF2-40B4-BE49-F238E27FC236}">
                    <a16:creationId xmlns:a16="http://schemas.microsoft.com/office/drawing/2014/main" id="{DB48D3B9-BCC1-FA04-DFB2-39647F955496}"/>
                  </a:ext>
                </a:extLst>
              </p:cNvPr>
              <p:cNvSpPr/>
              <p:nvPr/>
            </p:nvSpPr>
            <p:spPr>
              <a:xfrm>
                <a:off x="5545416" y="298449"/>
                <a:ext cx="685470" cy="537311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0" name="矩形: 圆角 879">
                <a:extLst>
                  <a:ext uri="{FF2B5EF4-FFF2-40B4-BE49-F238E27FC236}">
                    <a16:creationId xmlns:a16="http://schemas.microsoft.com/office/drawing/2014/main" id="{DB48D3B9-BCC1-FA04-DFB2-39647F9554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416" y="298449"/>
                <a:ext cx="685470" cy="53731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1" name="矩形: 圆角 880">
                <a:extLst>
                  <a:ext uri="{FF2B5EF4-FFF2-40B4-BE49-F238E27FC236}">
                    <a16:creationId xmlns:a16="http://schemas.microsoft.com/office/drawing/2014/main" id="{8429FD82-CF18-7A2B-B5F4-3082638C8158}"/>
                  </a:ext>
                </a:extLst>
              </p:cNvPr>
              <p:cNvSpPr/>
              <p:nvPr/>
            </p:nvSpPr>
            <p:spPr>
              <a:xfrm>
                <a:off x="4261269" y="2540576"/>
                <a:ext cx="685470" cy="537311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1" name="矩形: 圆角 880">
                <a:extLst>
                  <a:ext uri="{FF2B5EF4-FFF2-40B4-BE49-F238E27FC236}">
                    <a16:creationId xmlns:a16="http://schemas.microsoft.com/office/drawing/2014/main" id="{8429FD82-CF18-7A2B-B5F4-3082638C8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269" y="2540576"/>
                <a:ext cx="685470" cy="53731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2" name="矩形: 圆角 881">
                <a:extLst>
                  <a:ext uri="{FF2B5EF4-FFF2-40B4-BE49-F238E27FC236}">
                    <a16:creationId xmlns:a16="http://schemas.microsoft.com/office/drawing/2014/main" id="{7D00B276-E894-8FBA-50D6-DE0B6059B269}"/>
                  </a:ext>
                </a:extLst>
              </p:cNvPr>
              <p:cNvSpPr/>
              <p:nvPr/>
            </p:nvSpPr>
            <p:spPr>
              <a:xfrm>
                <a:off x="6541655" y="2534317"/>
                <a:ext cx="685470" cy="537311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2" name="矩形: 圆角 881">
                <a:extLst>
                  <a:ext uri="{FF2B5EF4-FFF2-40B4-BE49-F238E27FC236}">
                    <a16:creationId xmlns:a16="http://schemas.microsoft.com/office/drawing/2014/main" id="{7D00B276-E894-8FBA-50D6-DE0B6059B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655" y="2534317"/>
                <a:ext cx="685470" cy="53731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4" name="矩形: 圆角 883">
                <a:extLst>
                  <a:ext uri="{FF2B5EF4-FFF2-40B4-BE49-F238E27FC236}">
                    <a16:creationId xmlns:a16="http://schemas.microsoft.com/office/drawing/2014/main" id="{FDD8377F-9C13-7E2B-B498-058B337D6E4B}"/>
                  </a:ext>
                </a:extLst>
              </p:cNvPr>
              <p:cNvSpPr/>
              <p:nvPr/>
            </p:nvSpPr>
            <p:spPr>
              <a:xfrm>
                <a:off x="2033661" y="2534317"/>
                <a:ext cx="685470" cy="537311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4" name="矩形: 圆角 883">
                <a:extLst>
                  <a:ext uri="{FF2B5EF4-FFF2-40B4-BE49-F238E27FC236}">
                    <a16:creationId xmlns:a16="http://schemas.microsoft.com/office/drawing/2014/main" id="{FDD8377F-9C13-7E2B-B498-058B337D6E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661" y="2534317"/>
                <a:ext cx="685470" cy="537311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5" name="矩形: 圆角 884">
                <a:extLst>
                  <a:ext uri="{FF2B5EF4-FFF2-40B4-BE49-F238E27FC236}">
                    <a16:creationId xmlns:a16="http://schemas.microsoft.com/office/drawing/2014/main" id="{37C6BE57-7E92-E0EE-DEB1-443FF5EC826F}"/>
                  </a:ext>
                </a:extLst>
              </p:cNvPr>
              <p:cNvSpPr/>
              <p:nvPr/>
            </p:nvSpPr>
            <p:spPr>
              <a:xfrm>
                <a:off x="8644481" y="1335712"/>
                <a:ext cx="685470" cy="537311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5" name="矩形: 圆角 884">
                <a:extLst>
                  <a:ext uri="{FF2B5EF4-FFF2-40B4-BE49-F238E27FC236}">
                    <a16:creationId xmlns:a16="http://schemas.microsoft.com/office/drawing/2014/main" id="{37C6BE57-7E92-E0EE-DEB1-443FF5EC82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4481" y="1335712"/>
                <a:ext cx="685470" cy="537311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6" name="矩形: 圆角 885">
                <a:extLst>
                  <a:ext uri="{FF2B5EF4-FFF2-40B4-BE49-F238E27FC236}">
                    <a16:creationId xmlns:a16="http://schemas.microsoft.com/office/drawing/2014/main" id="{F398920B-8450-312E-B62E-A3F084530BA0}"/>
                  </a:ext>
                </a:extLst>
              </p:cNvPr>
              <p:cNvSpPr/>
              <p:nvPr/>
            </p:nvSpPr>
            <p:spPr>
              <a:xfrm>
                <a:off x="5545416" y="1343868"/>
                <a:ext cx="685470" cy="537311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6" name="矩形: 圆角 885">
                <a:extLst>
                  <a:ext uri="{FF2B5EF4-FFF2-40B4-BE49-F238E27FC236}">
                    <a16:creationId xmlns:a16="http://schemas.microsoft.com/office/drawing/2014/main" id="{F398920B-8450-312E-B62E-A3F084530B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416" y="1343868"/>
                <a:ext cx="685470" cy="537311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7" name="矩形: 圆角 886">
                <a:extLst>
                  <a:ext uri="{FF2B5EF4-FFF2-40B4-BE49-F238E27FC236}">
                    <a16:creationId xmlns:a16="http://schemas.microsoft.com/office/drawing/2014/main" id="{F24EEFC9-21B2-7C1D-F5F5-586F296893FF}"/>
                  </a:ext>
                </a:extLst>
              </p:cNvPr>
              <p:cNvSpPr/>
              <p:nvPr/>
            </p:nvSpPr>
            <p:spPr>
              <a:xfrm>
                <a:off x="3071435" y="1327715"/>
                <a:ext cx="685470" cy="537311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7" name="矩形: 圆角 886">
                <a:extLst>
                  <a:ext uri="{FF2B5EF4-FFF2-40B4-BE49-F238E27FC236}">
                    <a16:creationId xmlns:a16="http://schemas.microsoft.com/office/drawing/2014/main" id="{F24EEFC9-21B2-7C1D-F5F5-586F29689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435" y="1327715"/>
                <a:ext cx="685470" cy="537311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8" name="矩形: 圆角 887">
                <a:extLst>
                  <a:ext uri="{FF2B5EF4-FFF2-40B4-BE49-F238E27FC236}">
                    <a16:creationId xmlns:a16="http://schemas.microsoft.com/office/drawing/2014/main" id="{1D93E596-8925-7D1B-A316-92B19B8FBE49}"/>
                  </a:ext>
                </a:extLst>
              </p:cNvPr>
              <p:cNvSpPr/>
              <p:nvPr/>
            </p:nvSpPr>
            <p:spPr>
              <a:xfrm>
                <a:off x="9656718" y="2541031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8" name="矩形: 圆角 887">
                <a:extLst>
                  <a:ext uri="{FF2B5EF4-FFF2-40B4-BE49-F238E27FC236}">
                    <a16:creationId xmlns:a16="http://schemas.microsoft.com/office/drawing/2014/main" id="{1D93E596-8925-7D1B-A316-92B19B8FB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6718" y="2541031"/>
                <a:ext cx="684000" cy="53640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9" name="矩形: 圆角 888">
                <a:extLst>
                  <a:ext uri="{FF2B5EF4-FFF2-40B4-BE49-F238E27FC236}">
                    <a16:creationId xmlns:a16="http://schemas.microsoft.com/office/drawing/2014/main" id="{0DBBDB21-57AB-0740-52CA-8AC0C08B9201}"/>
                  </a:ext>
                </a:extLst>
              </p:cNvPr>
              <p:cNvSpPr/>
              <p:nvPr/>
            </p:nvSpPr>
            <p:spPr>
              <a:xfrm>
                <a:off x="6096000" y="3704768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9" name="矩形: 圆角 888">
                <a:extLst>
                  <a:ext uri="{FF2B5EF4-FFF2-40B4-BE49-F238E27FC236}">
                    <a16:creationId xmlns:a16="http://schemas.microsoft.com/office/drawing/2014/main" id="{0DBBDB21-57AB-0740-52CA-8AC0C08B92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704768"/>
                <a:ext cx="684000" cy="5364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0" name="矩形: 圆角 889">
                <a:extLst>
                  <a:ext uri="{FF2B5EF4-FFF2-40B4-BE49-F238E27FC236}">
                    <a16:creationId xmlns:a16="http://schemas.microsoft.com/office/drawing/2014/main" id="{F7B4E59A-4C2F-8AB0-234A-23F32DCC862D}"/>
                  </a:ext>
                </a:extLst>
              </p:cNvPr>
              <p:cNvSpPr/>
              <p:nvPr/>
            </p:nvSpPr>
            <p:spPr>
              <a:xfrm>
                <a:off x="6992742" y="3701550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90" name="矩形: 圆角 889">
                <a:extLst>
                  <a:ext uri="{FF2B5EF4-FFF2-40B4-BE49-F238E27FC236}">
                    <a16:creationId xmlns:a16="http://schemas.microsoft.com/office/drawing/2014/main" id="{F7B4E59A-4C2F-8AB0-234A-23F32DCC86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742" y="3701550"/>
                <a:ext cx="684000" cy="536400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1" name="矩形: 圆角 890">
                <a:extLst>
                  <a:ext uri="{FF2B5EF4-FFF2-40B4-BE49-F238E27FC236}">
                    <a16:creationId xmlns:a16="http://schemas.microsoft.com/office/drawing/2014/main" id="{D8EF40F5-43E8-0CDD-AA5A-60505C96229A}"/>
                  </a:ext>
                </a:extLst>
              </p:cNvPr>
              <p:cNvSpPr/>
              <p:nvPr/>
            </p:nvSpPr>
            <p:spPr>
              <a:xfrm>
                <a:off x="4670663" y="1338465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91" name="矩形: 圆角 890">
                <a:extLst>
                  <a:ext uri="{FF2B5EF4-FFF2-40B4-BE49-F238E27FC236}">
                    <a16:creationId xmlns:a16="http://schemas.microsoft.com/office/drawing/2014/main" id="{D8EF40F5-43E8-0CDD-AA5A-60505C9622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663" y="1338465"/>
                <a:ext cx="684000" cy="536400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2" name="矩形: 圆角 891">
                <a:extLst>
                  <a:ext uri="{FF2B5EF4-FFF2-40B4-BE49-F238E27FC236}">
                    <a16:creationId xmlns:a16="http://schemas.microsoft.com/office/drawing/2014/main" id="{02217402-25D0-6488-987F-E538B4B1246E}"/>
                  </a:ext>
                </a:extLst>
              </p:cNvPr>
              <p:cNvSpPr/>
              <p:nvPr/>
            </p:nvSpPr>
            <p:spPr>
              <a:xfrm>
                <a:off x="7937555" y="3695377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92" name="矩形: 圆角 891">
                <a:extLst>
                  <a:ext uri="{FF2B5EF4-FFF2-40B4-BE49-F238E27FC236}">
                    <a16:creationId xmlns:a16="http://schemas.microsoft.com/office/drawing/2014/main" id="{02217402-25D0-6488-987F-E538B4B124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55" y="3695377"/>
                <a:ext cx="684000" cy="536400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4" name="矩形: 圆角 893">
                <a:extLst>
                  <a:ext uri="{FF2B5EF4-FFF2-40B4-BE49-F238E27FC236}">
                    <a16:creationId xmlns:a16="http://schemas.microsoft.com/office/drawing/2014/main" id="{AFDB7B83-074C-44D6-532A-7CF6925AEFE0}"/>
                  </a:ext>
                </a:extLst>
              </p:cNvPr>
              <p:cNvSpPr/>
              <p:nvPr/>
            </p:nvSpPr>
            <p:spPr>
              <a:xfrm>
                <a:off x="8090093" y="2541487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94" name="矩形: 圆角 893">
                <a:extLst>
                  <a:ext uri="{FF2B5EF4-FFF2-40B4-BE49-F238E27FC236}">
                    <a16:creationId xmlns:a16="http://schemas.microsoft.com/office/drawing/2014/main" id="{AFDB7B83-074C-44D6-532A-7CF6925AEF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0093" y="2541487"/>
                <a:ext cx="684000" cy="536400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7" name="矩形: 圆角 896">
                <a:extLst>
                  <a:ext uri="{FF2B5EF4-FFF2-40B4-BE49-F238E27FC236}">
                    <a16:creationId xmlns:a16="http://schemas.microsoft.com/office/drawing/2014/main" id="{F203E6F4-753D-99FC-F542-55617D6AFC6E}"/>
                  </a:ext>
                </a:extLst>
              </p:cNvPr>
              <p:cNvSpPr/>
              <p:nvPr/>
            </p:nvSpPr>
            <p:spPr>
              <a:xfrm>
                <a:off x="7023520" y="1334912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97" name="矩形: 圆角 896">
                <a:extLst>
                  <a:ext uri="{FF2B5EF4-FFF2-40B4-BE49-F238E27FC236}">
                    <a16:creationId xmlns:a16="http://schemas.microsoft.com/office/drawing/2014/main" id="{F203E6F4-753D-99FC-F542-55617D6AFC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520" y="1334912"/>
                <a:ext cx="684000" cy="536400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6" name="椭圆 925">
                <a:extLst>
                  <a:ext uri="{FF2B5EF4-FFF2-40B4-BE49-F238E27FC236}">
                    <a16:creationId xmlns:a16="http://schemas.microsoft.com/office/drawing/2014/main" id="{2D110FF2-3D6D-A64A-F13B-9BAC208ADBB4}"/>
                  </a:ext>
                </a:extLst>
              </p:cNvPr>
              <p:cNvSpPr/>
              <p:nvPr/>
            </p:nvSpPr>
            <p:spPr>
              <a:xfrm>
                <a:off x="2718953" y="3700084"/>
                <a:ext cx="720000" cy="572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6" name="椭圆 925">
                <a:extLst>
                  <a:ext uri="{FF2B5EF4-FFF2-40B4-BE49-F238E27FC236}">
                    <a16:creationId xmlns:a16="http://schemas.microsoft.com/office/drawing/2014/main" id="{2D110FF2-3D6D-A64A-F13B-9BAC208ADB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953" y="3700084"/>
                <a:ext cx="720000" cy="57240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7" name="椭圆 926">
                <a:extLst>
                  <a:ext uri="{FF2B5EF4-FFF2-40B4-BE49-F238E27FC236}">
                    <a16:creationId xmlns:a16="http://schemas.microsoft.com/office/drawing/2014/main" id="{FFDA9B83-D757-A63F-9677-26006D967F4E}"/>
                  </a:ext>
                </a:extLst>
              </p:cNvPr>
              <p:cNvSpPr/>
              <p:nvPr/>
            </p:nvSpPr>
            <p:spPr>
              <a:xfrm>
                <a:off x="1875732" y="3695960"/>
                <a:ext cx="720000" cy="5256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7" name="椭圆 926">
                <a:extLst>
                  <a:ext uri="{FF2B5EF4-FFF2-40B4-BE49-F238E27FC236}">
                    <a16:creationId xmlns:a16="http://schemas.microsoft.com/office/drawing/2014/main" id="{FFDA9B83-D757-A63F-9677-26006D967F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732" y="3695960"/>
                <a:ext cx="720000" cy="52560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8" name="椭圆 927">
                <a:extLst>
                  <a:ext uri="{FF2B5EF4-FFF2-40B4-BE49-F238E27FC236}">
                    <a16:creationId xmlns:a16="http://schemas.microsoft.com/office/drawing/2014/main" id="{457722B9-AE7A-1373-6421-5805A59AD1F8}"/>
                  </a:ext>
                </a:extLst>
              </p:cNvPr>
              <p:cNvSpPr/>
              <p:nvPr/>
            </p:nvSpPr>
            <p:spPr>
              <a:xfrm>
                <a:off x="976844" y="3698135"/>
                <a:ext cx="720000" cy="572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8" name="椭圆 927">
                <a:extLst>
                  <a:ext uri="{FF2B5EF4-FFF2-40B4-BE49-F238E27FC236}">
                    <a16:creationId xmlns:a16="http://schemas.microsoft.com/office/drawing/2014/main" id="{457722B9-AE7A-1373-6421-5805A59AD1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4" y="3698135"/>
                <a:ext cx="720000" cy="572400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9" name="椭圆 928">
                <a:extLst>
                  <a:ext uri="{FF2B5EF4-FFF2-40B4-BE49-F238E27FC236}">
                    <a16:creationId xmlns:a16="http://schemas.microsoft.com/office/drawing/2014/main" id="{F805693D-A5DB-84A5-C7CC-362F8FC912CD}"/>
                  </a:ext>
                </a:extLst>
              </p:cNvPr>
              <p:cNvSpPr/>
              <p:nvPr/>
            </p:nvSpPr>
            <p:spPr>
              <a:xfrm>
                <a:off x="5766679" y="2540914"/>
                <a:ext cx="684000" cy="536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9" name="椭圆 928">
                <a:extLst>
                  <a:ext uri="{FF2B5EF4-FFF2-40B4-BE49-F238E27FC236}">
                    <a16:creationId xmlns:a16="http://schemas.microsoft.com/office/drawing/2014/main" id="{F805693D-A5DB-84A5-C7CC-362F8FC912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679" y="2540914"/>
                <a:ext cx="684000" cy="536400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0" name="椭圆 929">
                <a:extLst>
                  <a:ext uri="{FF2B5EF4-FFF2-40B4-BE49-F238E27FC236}">
                    <a16:creationId xmlns:a16="http://schemas.microsoft.com/office/drawing/2014/main" id="{4484F8C5-488F-B0E1-33EB-A5AD1A8F9436}"/>
                  </a:ext>
                </a:extLst>
              </p:cNvPr>
              <p:cNvSpPr/>
              <p:nvPr/>
            </p:nvSpPr>
            <p:spPr>
              <a:xfrm>
                <a:off x="5015694" y="2538678"/>
                <a:ext cx="684000" cy="536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0" name="椭圆 929">
                <a:extLst>
                  <a:ext uri="{FF2B5EF4-FFF2-40B4-BE49-F238E27FC236}">
                    <a16:creationId xmlns:a16="http://schemas.microsoft.com/office/drawing/2014/main" id="{4484F8C5-488F-B0E1-33EB-A5AD1A8F94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694" y="2538678"/>
                <a:ext cx="684000" cy="536400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2" name="椭圆 931">
                <a:extLst>
                  <a:ext uri="{FF2B5EF4-FFF2-40B4-BE49-F238E27FC236}">
                    <a16:creationId xmlns:a16="http://schemas.microsoft.com/office/drawing/2014/main" id="{C33B6D6A-13F3-E228-9209-820B43553A86}"/>
                  </a:ext>
                </a:extLst>
              </p:cNvPr>
              <p:cNvSpPr/>
              <p:nvPr/>
            </p:nvSpPr>
            <p:spPr>
              <a:xfrm>
                <a:off x="3536085" y="2538653"/>
                <a:ext cx="684000" cy="536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2" name="椭圆 931">
                <a:extLst>
                  <a:ext uri="{FF2B5EF4-FFF2-40B4-BE49-F238E27FC236}">
                    <a16:creationId xmlns:a16="http://schemas.microsoft.com/office/drawing/2014/main" id="{C33B6D6A-13F3-E228-9209-820B43553A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85" y="2538653"/>
                <a:ext cx="684000" cy="536400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3" name="椭圆 932">
                <a:extLst>
                  <a:ext uri="{FF2B5EF4-FFF2-40B4-BE49-F238E27FC236}">
                    <a16:creationId xmlns:a16="http://schemas.microsoft.com/office/drawing/2014/main" id="{99144C03-ABA4-A071-CF74-044C2B3A4C9D}"/>
                  </a:ext>
                </a:extLst>
              </p:cNvPr>
              <p:cNvSpPr/>
              <p:nvPr/>
            </p:nvSpPr>
            <p:spPr>
              <a:xfrm>
                <a:off x="2823878" y="2541425"/>
                <a:ext cx="684000" cy="536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3" name="椭圆 932">
                <a:extLst>
                  <a:ext uri="{FF2B5EF4-FFF2-40B4-BE49-F238E27FC236}">
                    <a16:creationId xmlns:a16="http://schemas.microsoft.com/office/drawing/2014/main" id="{99144C03-ABA4-A071-CF74-044C2B3A4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878" y="2541425"/>
                <a:ext cx="684000" cy="536400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5" name="矩形: 圆角 934">
                <a:extLst>
                  <a:ext uri="{FF2B5EF4-FFF2-40B4-BE49-F238E27FC236}">
                    <a16:creationId xmlns:a16="http://schemas.microsoft.com/office/drawing/2014/main" id="{8725D0FE-A428-7D72-0858-369B086234A4}"/>
                  </a:ext>
                </a:extLst>
              </p:cNvPr>
              <p:cNvSpPr/>
              <p:nvPr/>
            </p:nvSpPr>
            <p:spPr>
              <a:xfrm>
                <a:off x="8865069" y="2543171"/>
                <a:ext cx="685470" cy="537311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35" name="矩形: 圆角 934">
                <a:extLst>
                  <a:ext uri="{FF2B5EF4-FFF2-40B4-BE49-F238E27FC236}">
                    <a16:creationId xmlns:a16="http://schemas.microsoft.com/office/drawing/2014/main" id="{8725D0FE-A428-7D72-0858-369B086234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69" y="2543171"/>
                <a:ext cx="685470" cy="537311"/>
              </a:xfrm>
              <a:prstGeom prst="round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8" name="椭圆 937">
                <a:extLst>
                  <a:ext uri="{FF2B5EF4-FFF2-40B4-BE49-F238E27FC236}">
                    <a16:creationId xmlns:a16="http://schemas.microsoft.com/office/drawing/2014/main" id="{A6B5FB23-C865-E4E2-889B-15E50E3B6FF6}"/>
                  </a:ext>
                </a:extLst>
              </p:cNvPr>
              <p:cNvSpPr/>
              <p:nvPr/>
            </p:nvSpPr>
            <p:spPr>
              <a:xfrm>
                <a:off x="3599054" y="3691145"/>
                <a:ext cx="720000" cy="572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8" name="椭圆 937">
                <a:extLst>
                  <a:ext uri="{FF2B5EF4-FFF2-40B4-BE49-F238E27FC236}">
                    <a16:creationId xmlns:a16="http://schemas.microsoft.com/office/drawing/2014/main" id="{A6B5FB23-C865-E4E2-889B-15E50E3B6F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054" y="3691145"/>
                <a:ext cx="720000" cy="572400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9" name="椭圆 938">
                <a:extLst>
                  <a:ext uri="{FF2B5EF4-FFF2-40B4-BE49-F238E27FC236}">
                    <a16:creationId xmlns:a16="http://schemas.microsoft.com/office/drawing/2014/main" id="{93F08FA9-6707-B738-319D-C6B59DB4474C}"/>
                  </a:ext>
                </a:extLst>
              </p:cNvPr>
              <p:cNvSpPr/>
              <p:nvPr/>
            </p:nvSpPr>
            <p:spPr>
              <a:xfrm>
                <a:off x="4413460" y="3695377"/>
                <a:ext cx="720000" cy="572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9" name="椭圆 938">
                <a:extLst>
                  <a:ext uri="{FF2B5EF4-FFF2-40B4-BE49-F238E27FC236}">
                    <a16:creationId xmlns:a16="http://schemas.microsoft.com/office/drawing/2014/main" id="{93F08FA9-6707-B738-319D-C6B59DB447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460" y="3695377"/>
                <a:ext cx="720000" cy="572400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0" name="椭圆 939">
                <a:extLst>
                  <a:ext uri="{FF2B5EF4-FFF2-40B4-BE49-F238E27FC236}">
                    <a16:creationId xmlns:a16="http://schemas.microsoft.com/office/drawing/2014/main" id="{5AFA1911-33B4-BFD5-96A8-4B21849B8311}"/>
                  </a:ext>
                </a:extLst>
              </p:cNvPr>
              <p:cNvSpPr/>
              <p:nvPr/>
            </p:nvSpPr>
            <p:spPr>
              <a:xfrm>
                <a:off x="5211059" y="3703636"/>
                <a:ext cx="720000" cy="572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0" name="椭圆 939">
                <a:extLst>
                  <a:ext uri="{FF2B5EF4-FFF2-40B4-BE49-F238E27FC236}">
                    <a16:creationId xmlns:a16="http://schemas.microsoft.com/office/drawing/2014/main" id="{5AFA1911-33B4-BFD5-96A8-4B21849B83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059" y="3703636"/>
                <a:ext cx="720000" cy="572400"/>
              </a:xfrm>
              <a:prstGeom prst="ellipse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1" name="矩形: 圆角 940">
                <a:extLst>
                  <a:ext uri="{FF2B5EF4-FFF2-40B4-BE49-F238E27FC236}">
                    <a16:creationId xmlns:a16="http://schemas.microsoft.com/office/drawing/2014/main" id="{307FF4EA-10D9-F26D-0792-2DD437CA0032}"/>
                  </a:ext>
                </a:extLst>
              </p:cNvPr>
              <p:cNvSpPr/>
              <p:nvPr/>
            </p:nvSpPr>
            <p:spPr>
              <a:xfrm>
                <a:off x="10792375" y="3695377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41" name="矩形: 圆角 940">
                <a:extLst>
                  <a:ext uri="{FF2B5EF4-FFF2-40B4-BE49-F238E27FC236}">
                    <a16:creationId xmlns:a16="http://schemas.microsoft.com/office/drawing/2014/main" id="{307FF4EA-10D9-F26D-0792-2DD437CA00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375" y="3695377"/>
                <a:ext cx="684000" cy="536400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2" name="矩形: 圆角 941">
                <a:extLst>
                  <a:ext uri="{FF2B5EF4-FFF2-40B4-BE49-F238E27FC236}">
                    <a16:creationId xmlns:a16="http://schemas.microsoft.com/office/drawing/2014/main" id="{7892BA11-C4C8-6FBE-B703-3753AC010C4C}"/>
                  </a:ext>
                </a:extLst>
              </p:cNvPr>
              <p:cNvSpPr/>
              <p:nvPr/>
            </p:nvSpPr>
            <p:spPr>
              <a:xfrm>
                <a:off x="8936793" y="3695960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42" name="矩形: 圆角 941">
                <a:extLst>
                  <a:ext uri="{FF2B5EF4-FFF2-40B4-BE49-F238E27FC236}">
                    <a16:creationId xmlns:a16="http://schemas.microsoft.com/office/drawing/2014/main" id="{7892BA11-C4C8-6FBE-B703-3753AC010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793" y="3695960"/>
                <a:ext cx="684000" cy="536400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3" name="矩形: 圆角 942">
                <a:extLst>
                  <a:ext uri="{FF2B5EF4-FFF2-40B4-BE49-F238E27FC236}">
                    <a16:creationId xmlns:a16="http://schemas.microsoft.com/office/drawing/2014/main" id="{85FBA3AE-A1F9-FEE2-13CA-FF1FD24B59E2}"/>
                  </a:ext>
                </a:extLst>
              </p:cNvPr>
              <p:cNvSpPr/>
              <p:nvPr/>
            </p:nvSpPr>
            <p:spPr>
              <a:xfrm>
                <a:off x="9881606" y="3698135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43" name="矩形: 圆角 942">
                <a:extLst>
                  <a:ext uri="{FF2B5EF4-FFF2-40B4-BE49-F238E27FC236}">
                    <a16:creationId xmlns:a16="http://schemas.microsoft.com/office/drawing/2014/main" id="{85FBA3AE-A1F9-FEE2-13CA-FF1FD24B59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606" y="3698135"/>
                <a:ext cx="684000" cy="536400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6" name="矩形: 圆角 1005">
                <a:extLst>
                  <a:ext uri="{FF2B5EF4-FFF2-40B4-BE49-F238E27FC236}">
                    <a16:creationId xmlns:a16="http://schemas.microsoft.com/office/drawing/2014/main" id="{C399CE16-0442-8A9D-E395-1AC254CC7DD4}"/>
                  </a:ext>
                </a:extLst>
              </p:cNvPr>
              <p:cNvSpPr/>
              <p:nvPr/>
            </p:nvSpPr>
            <p:spPr>
              <a:xfrm>
                <a:off x="10431653" y="2542514"/>
                <a:ext cx="684000" cy="536400"/>
              </a:xfrm>
              <a:prstGeom prst="roundRect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0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6" name="矩形: 圆角 1005">
                <a:extLst>
                  <a:ext uri="{FF2B5EF4-FFF2-40B4-BE49-F238E27FC236}">
                    <a16:creationId xmlns:a16="http://schemas.microsoft.com/office/drawing/2014/main" id="{C399CE16-0442-8A9D-E395-1AC254CC7D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1653" y="2542514"/>
                <a:ext cx="684000" cy="536400"/>
              </a:xfrm>
              <a:prstGeom prst="round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7" name="直接连接符 1006">
            <a:extLst>
              <a:ext uri="{FF2B5EF4-FFF2-40B4-BE49-F238E27FC236}">
                <a16:creationId xmlns:a16="http://schemas.microsoft.com/office/drawing/2014/main" id="{18C8373A-3F5D-E450-D77F-0470BD7BFE66}"/>
              </a:ext>
            </a:extLst>
          </p:cNvPr>
          <p:cNvCxnSpPr>
            <a:cxnSpLocks/>
            <a:stCxn id="885" idx="2"/>
            <a:endCxn id="1006" idx="0"/>
          </p:cNvCxnSpPr>
          <p:nvPr/>
        </p:nvCxnSpPr>
        <p:spPr>
          <a:xfrm>
            <a:off x="8987216" y="1873023"/>
            <a:ext cx="1786437" cy="6694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34896470-B4CE-7219-0822-671E5FDF8AD1}"/>
                  </a:ext>
                </a:extLst>
              </p:cNvPr>
              <p:cNvSpPr/>
              <p:nvPr/>
            </p:nvSpPr>
            <p:spPr>
              <a:xfrm>
                <a:off x="7301537" y="2534317"/>
                <a:ext cx="684000" cy="536400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34896470-B4CE-7219-0822-671E5FDF8A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37" y="2534317"/>
                <a:ext cx="684000" cy="536400"/>
              </a:xfrm>
              <a:prstGeom prst="ellipse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95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C4DE-3A79-FBAD-0551-166F406BD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E008A1C-FC31-EE6A-A48C-C7F7DD69CFE4}"/>
              </a:ext>
            </a:extLst>
          </p:cNvPr>
          <p:cNvGrpSpPr/>
          <p:nvPr/>
        </p:nvGrpSpPr>
        <p:grpSpPr>
          <a:xfrm>
            <a:off x="2437896" y="114301"/>
            <a:ext cx="9603361" cy="6669156"/>
            <a:chOff x="976844" y="298449"/>
            <a:chExt cx="10499531" cy="3977587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70583CD-52F9-698E-B6DC-B57B57C25C3B}"/>
                </a:ext>
              </a:extLst>
            </p:cNvPr>
            <p:cNvCxnSpPr>
              <a:cxnSpLocks/>
              <a:stCxn id="880" idx="2"/>
              <a:endCxn id="886" idx="0"/>
            </p:cNvCxnSpPr>
            <p:nvPr/>
          </p:nvCxnSpPr>
          <p:spPr>
            <a:xfrm>
              <a:off x="5888151" y="835760"/>
              <a:ext cx="0" cy="508108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84648C0-0243-08AA-683D-3CCE6535306A}"/>
                </a:ext>
              </a:extLst>
            </p:cNvPr>
            <p:cNvCxnSpPr>
              <a:cxnSpLocks/>
              <a:stCxn id="880" idx="2"/>
              <a:endCxn id="885" idx="0"/>
            </p:cNvCxnSpPr>
            <p:nvPr/>
          </p:nvCxnSpPr>
          <p:spPr>
            <a:xfrm>
              <a:off x="5888151" y="835760"/>
              <a:ext cx="3099065" cy="49995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14DE0ACA-2965-2DDA-8FC9-06CACDC1539C}"/>
                </a:ext>
              </a:extLst>
            </p:cNvPr>
            <p:cNvCxnSpPr>
              <a:cxnSpLocks/>
              <a:stCxn id="880" idx="2"/>
              <a:endCxn id="887" idx="0"/>
            </p:cNvCxnSpPr>
            <p:nvPr/>
          </p:nvCxnSpPr>
          <p:spPr>
            <a:xfrm flipH="1">
              <a:off x="3414170" y="835760"/>
              <a:ext cx="2473981" cy="49195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5C28838-53D7-D72C-75B5-C0588170C367}"/>
                </a:ext>
              </a:extLst>
            </p:cNvPr>
            <p:cNvCxnSpPr>
              <a:cxnSpLocks/>
              <a:stCxn id="886" idx="2"/>
              <a:endCxn id="930" idx="0"/>
            </p:cNvCxnSpPr>
            <p:nvPr/>
          </p:nvCxnSpPr>
          <p:spPr>
            <a:xfrm flipH="1">
              <a:off x="5357694" y="1881179"/>
              <a:ext cx="530457" cy="657499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0F45792-54FF-1B2C-BF7B-823A552BB0A7}"/>
                </a:ext>
              </a:extLst>
            </p:cNvPr>
            <p:cNvCxnSpPr>
              <a:cxnSpLocks/>
              <a:stCxn id="886" idx="2"/>
            </p:cNvCxnSpPr>
            <p:nvPr/>
          </p:nvCxnSpPr>
          <p:spPr>
            <a:xfrm>
              <a:off x="5888151" y="1881179"/>
              <a:ext cx="1778796" cy="66133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3FC408C7-E60A-1C54-2559-AAC60584D50B}"/>
                </a:ext>
              </a:extLst>
            </p:cNvPr>
            <p:cNvCxnSpPr>
              <a:cxnSpLocks/>
              <a:stCxn id="886" idx="2"/>
              <a:endCxn id="882" idx="0"/>
            </p:cNvCxnSpPr>
            <p:nvPr/>
          </p:nvCxnSpPr>
          <p:spPr>
            <a:xfrm>
              <a:off x="5888151" y="1881179"/>
              <a:ext cx="996239" cy="653138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C652A721-1797-42E2-BCEB-8E412429175D}"/>
                </a:ext>
              </a:extLst>
            </p:cNvPr>
            <p:cNvCxnSpPr>
              <a:cxnSpLocks/>
              <a:stCxn id="887" idx="2"/>
              <a:endCxn id="884" idx="0"/>
            </p:cNvCxnSpPr>
            <p:nvPr/>
          </p:nvCxnSpPr>
          <p:spPr>
            <a:xfrm flipH="1">
              <a:off x="2376396" y="1865026"/>
              <a:ext cx="1037774" cy="66929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E55A9A98-F136-FFE9-581C-FE34CD19AE97}"/>
                </a:ext>
              </a:extLst>
            </p:cNvPr>
            <p:cNvCxnSpPr>
              <a:cxnSpLocks/>
              <a:stCxn id="887" idx="2"/>
              <a:endCxn id="933" idx="0"/>
            </p:cNvCxnSpPr>
            <p:nvPr/>
          </p:nvCxnSpPr>
          <p:spPr>
            <a:xfrm flipH="1">
              <a:off x="3165878" y="1865026"/>
              <a:ext cx="248292" cy="676399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FB53B01B-F64D-A7A7-3EE8-F5A57F569BEB}"/>
                </a:ext>
              </a:extLst>
            </p:cNvPr>
            <p:cNvCxnSpPr>
              <a:cxnSpLocks/>
              <a:stCxn id="880" idx="2"/>
              <a:endCxn id="897" idx="0"/>
            </p:cNvCxnSpPr>
            <p:nvPr/>
          </p:nvCxnSpPr>
          <p:spPr>
            <a:xfrm>
              <a:off x="5888151" y="835760"/>
              <a:ext cx="1477369" cy="49915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FF17BAB7-F379-0595-B8E5-549DAC57CC5A}"/>
                </a:ext>
              </a:extLst>
            </p:cNvPr>
            <p:cNvCxnSpPr>
              <a:cxnSpLocks/>
              <a:stCxn id="886" idx="2"/>
              <a:endCxn id="881" idx="0"/>
            </p:cNvCxnSpPr>
            <p:nvPr/>
          </p:nvCxnSpPr>
          <p:spPr>
            <a:xfrm flipH="1">
              <a:off x="4604004" y="1881179"/>
              <a:ext cx="1284147" cy="65939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9A39DE2D-295E-13C5-62CF-F52BFCD5F4F6}"/>
                </a:ext>
              </a:extLst>
            </p:cNvPr>
            <p:cNvCxnSpPr>
              <a:cxnSpLocks/>
              <a:stCxn id="887" idx="2"/>
              <a:endCxn id="846" idx="0"/>
            </p:cNvCxnSpPr>
            <p:nvPr/>
          </p:nvCxnSpPr>
          <p:spPr>
            <a:xfrm flipH="1">
              <a:off x="1624632" y="1865026"/>
              <a:ext cx="1789538" cy="66974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24BC0DF7-E999-C2E9-3F4A-9921E6B30C4F}"/>
                </a:ext>
              </a:extLst>
            </p:cNvPr>
            <p:cNvCxnSpPr>
              <a:cxnSpLocks/>
              <a:stCxn id="887" idx="2"/>
              <a:endCxn id="932" idx="0"/>
            </p:cNvCxnSpPr>
            <p:nvPr/>
          </p:nvCxnSpPr>
          <p:spPr>
            <a:xfrm>
              <a:off x="3414170" y="1865026"/>
              <a:ext cx="463915" cy="67362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0410C01F-AF54-0E39-48D6-ECEFE6418A68}"/>
                </a:ext>
              </a:extLst>
            </p:cNvPr>
            <p:cNvCxnSpPr>
              <a:cxnSpLocks/>
              <a:stCxn id="886" idx="2"/>
              <a:endCxn id="929" idx="0"/>
            </p:cNvCxnSpPr>
            <p:nvPr/>
          </p:nvCxnSpPr>
          <p:spPr>
            <a:xfrm>
              <a:off x="5888151" y="1881179"/>
              <a:ext cx="220528" cy="65973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B6F77EF8-504A-421F-2AD2-10E8D307EA67}"/>
                </a:ext>
              </a:extLst>
            </p:cNvPr>
            <p:cNvCxnSpPr>
              <a:cxnSpLocks/>
              <a:stCxn id="880" idx="2"/>
              <a:endCxn id="847" idx="0"/>
            </p:cNvCxnSpPr>
            <p:nvPr/>
          </p:nvCxnSpPr>
          <p:spPr>
            <a:xfrm flipH="1">
              <a:off x="4209779" y="835760"/>
              <a:ext cx="1678372" cy="49995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D08E2201-BDEE-8ED2-503C-C692D2D6C908}"/>
                </a:ext>
              </a:extLst>
            </p:cNvPr>
            <p:cNvCxnSpPr>
              <a:cxnSpLocks/>
              <a:stCxn id="880" idx="2"/>
              <a:endCxn id="891" idx="0"/>
            </p:cNvCxnSpPr>
            <p:nvPr/>
          </p:nvCxnSpPr>
          <p:spPr>
            <a:xfrm flipH="1">
              <a:off x="5012663" y="835760"/>
              <a:ext cx="875488" cy="50270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0" name="直接连接符 379">
              <a:extLst>
                <a:ext uri="{FF2B5EF4-FFF2-40B4-BE49-F238E27FC236}">
                  <a16:creationId xmlns:a16="http://schemas.microsoft.com/office/drawing/2014/main" id="{99A7FC76-D9A2-441B-741C-FB463AB25B17}"/>
                </a:ext>
              </a:extLst>
            </p:cNvPr>
            <p:cNvCxnSpPr>
              <a:cxnSpLocks/>
              <a:stCxn id="885" idx="2"/>
              <a:endCxn id="894" idx="0"/>
            </p:cNvCxnSpPr>
            <p:nvPr/>
          </p:nvCxnSpPr>
          <p:spPr>
            <a:xfrm flipH="1">
              <a:off x="8432093" y="1873023"/>
              <a:ext cx="555123" cy="668464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1" name="直接连接符 380">
              <a:extLst>
                <a:ext uri="{FF2B5EF4-FFF2-40B4-BE49-F238E27FC236}">
                  <a16:creationId xmlns:a16="http://schemas.microsoft.com/office/drawing/2014/main" id="{9EA236D8-2DFA-A884-C003-5B1731371A5C}"/>
                </a:ext>
              </a:extLst>
            </p:cNvPr>
            <p:cNvCxnSpPr>
              <a:cxnSpLocks/>
              <a:stCxn id="885" idx="2"/>
              <a:endCxn id="935" idx="0"/>
            </p:cNvCxnSpPr>
            <p:nvPr/>
          </p:nvCxnSpPr>
          <p:spPr>
            <a:xfrm>
              <a:off x="8987216" y="1873023"/>
              <a:ext cx="220588" cy="670148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2" name="直接连接符 381">
              <a:extLst>
                <a:ext uri="{FF2B5EF4-FFF2-40B4-BE49-F238E27FC236}">
                  <a16:creationId xmlns:a16="http://schemas.microsoft.com/office/drawing/2014/main" id="{D1F7248B-BDEC-5FB7-E87A-DCD21F79A195}"/>
                </a:ext>
              </a:extLst>
            </p:cNvPr>
            <p:cNvCxnSpPr>
              <a:cxnSpLocks/>
              <a:stCxn id="885" idx="2"/>
              <a:endCxn id="888" idx="0"/>
            </p:cNvCxnSpPr>
            <p:nvPr/>
          </p:nvCxnSpPr>
          <p:spPr>
            <a:xfrm>
              <a:off x="8987216" y="1873023"/>
              <a:ext cx="1011502" cy="668008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2" name="直接连接符 391">
              <a:extLst>
                <a:ext uri="{FF2B5EF4-FFF2-40B4-BE49-F238E27FC236}">
                  <a16:creationId xmlns:a16="http://schemas.microsoft.com/office/drawing/2014/main" id="{BC99376B-32E9-57C7-E8F7-EBE68D73501D}"/>
                </a:ext>
              </a:extLst>
            </p:cNvPr>
            <p:cNvCxnSpPr>
              <a:cxnSpLocks/>
              <a:stCxn id="884" idx="2"/>
              <a:endCxn id="928" idx="0"/>
            </p:cNvCxnSpPr>
            <p:nvPr/>
          </p:nvCxnSpPr>
          <p:spPr>
            <a:xfrm flipH="1">
              <a:off x="1336844" y="3071628"/>
              <a:ext cx="1039552" cy="62650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3" name="直接连接符 392">
              <a:extLst>
                <a:ext uri="{FF2B5EF4-FFF2-40B4-BE49-F238E27FC236}">
                  <a16:creationId xmlns:a16="http://schemas.microsoft.com/office/drawing/2014/main" id="{EDB5257F-DCB6-0B84-5FEC-7A81748340B9}"/>
                </a:ext>
              </a:extLst>
            </p:cNvPr>
            <p:cNvCxnSpPr>
              <a:cxnSpLocks/>
              <a:stCxn id="881" idx="2"/>
              <a:endCxn id="938" idx="0"/>
            </p:cNvCxnSpPr>
            <p:nvPr/>
          </p:nvCxnSpPr>
          <p:spPr>
            <a:xfrm flipH="1">
              <a:off x="3959054" y="3077887"/>
              <a:ext cx="644950" cy="613258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4" name="直接连接符 393">
              <a:extLst>
                <a:ext uri="{FF2B5EF4-FFF2-40B4-BE49-F238E27FC236}">
                  <a16:creationId xmlns:a16="http://schemas.microsoft.com/office/drawing/2014/main" id="{4D0F88DE-F174-4F16-15AF-6E4AD326CA26}"/>
                </a:ext>
              </a:extLst>
            </p:cNvPr>
            <p:cNvCxnSpPr>
              <a:cxnSpLocks/>
              <a:stCxn id="884" idx="2"/>
              <a:endCxn id="927" idx="0"/>
            </p:cNvCxnSpPr>
            <p:nvPr/>
          </p:nvCxnSpPr>
          <p:spPr>
            <a:xfrm flipH="1">
              <a:off x="2235732" y="3071628"/>
              <a:ext cx="140664" cy="62433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5" name="直接连接符 394">
              <a:extLst>
                <a:ext uri="{FF2B5EF4-FFF2-40B4-BE49-F238E27FC236}">
                  <a16:creationId xmlns:a16="http://schemas.microsoft.com/office/drawing/2014/main" id="{B5CEF0F0-845D-C7A9-F3FC-1318ECC83A50}"/>
                </a:ext>
              </a:extLst>
            </p:cNvPr>
            <p:cNvCxnSpPr>
              <a:cxnSpLocks/>
              <a:stCxn id="881" idx="2"/>
              <a:endCxn id="940" idx="0"/>
            </p:cNvCxnSpPr>
            <p:nvPr/>
          </p:nvCxnSpPr>
          <p:spPr>
            <a:xfrm>
              <a:off x="4604004" y="3077887"/>
              <a:ext cx="967055" cy="625749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6" name="直接连接符 395">
              <a:extLst>
                <a:ext uri="{FF2B5EF4-FFF2-40B4-BE49-F238E27FC236}">
                  <a16:creationId xmlns:a16="http://schemas.microsoft.com/office/drawing/2014/main" id="{128C4056-7ED4-E0B1-09FE-1432A1CCEC04}"/>
                </a:ext>
              </a:extLst>
            </p:cNvPr>
            <p:cNvCxnSpPr>
              <a:cxnSpLocks/>
              <a:stCxn id="882" idx="2"/>
              <a:endCxn id="889" idx="0"/>
            </p:cNvCxnSpPr>
            <p:nvPr/>
          </p:nvCxnSpPr>
          <p:spPr>
            <a:xfrm flipH="1">
              <a:off x="6438000" y="3071628"/>
              <a:ext cx="446390" cy="63314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7" name="直接连接符 396">
              <a:extLst>
                <a:ext uri="{FF2B5EF4-FFF2-40B4-BE49-F238E27FC236}">
                  <a16:creationId xmlns:a16="http://schemas.microsoft.com/office/drawing/2014/main" id="{2B1B8977-6DF3-0D59-6875-4DB7EDFDBCEC}"/>
                </a:ext>
              </a:extLst>
            </p:cNvPr>
            <p:cNvCxnSpPr>
              <a:cxnSpLocks/>
              <a:stCxn id="882" idx="2"/>
              <a:endCxn id="890" idx="0"/>
            </p:cNvCxnSpPr>
            <p:nvPr/>
          </p:nvCxnSpPr>
          <p:spPr>
            <a:xfrm>
              <a:off x="6884390" y="3071628"/>
              <a:ext cx="450352" cy="6299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8" name="直接连接符 397">
              <a:extLst>
                <a:ext uri="{FF2B5EF4-FFF2-40B4-BE49-F238E27FC236}">
                  <a16:creationId xmlns:a16="http://schemas.microsoft.com/office/drawing/2014/main" id="{CEC9B1B1-A278-B25D-20AF-7426301A4C69}"/>
                </a:ext>
              </a:extLst>
            </p:cNvPr>
            <p:cNvCxnSpPr>
              <a:cxnSpLocks/>
              <a:stCxn id="884" idx="2"/>
              <a:endCxn id="926" idx="0"/>
            </p:cNvCxnSpPr>
            <p:nvPr/>
          </p:nvCxnSpPr>
          <p:spPr>
            <a:xfrm>
              <a:off x="2376396" y="3071628"/>
              <a:ext cx="702557" cy="628456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9" name="直接连接符 398">
              <a:extLst>
                <a:ext uri="{FF2B5EF4-FFF2-40B4-BE49-F238E27FC236}">
                  <a16:creationId xmlns:a16="http://schemas.microsoft.com/office/drawing/2014/main" id="{F1C2C823-FD56-47C7-1350-7AAA64930340}"/>
                </a:ext>
              </a:extLst>
            </p:cNvPr>
            <p:cNvCxnSpPr>
              <a:cxnSpLocks/>
              <a:stCxn id="881" idx="2"/>
              <a:endCxn id="939" idx="0"/>
            </p:cNvCxnSpPr>
            <p:nvPr/>
          </p:nvCxnSpPr>
          <p:spPr>
            <a:xfrm>
              <a:off x="4604004" y="3077887"/>
              <a:ext cx="169456" cy="61749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6" name="直接连接符 425">
              <a:extLst>
                <a:ext uri="{FF2B5EF4-FFF2-40B4-BE49-F238E27FC236}">
                  <a16:creationId xmlns:a16="http://schemas.microsoft.com/office/drawing/2014/main" id="{3C586E16-49E5-ECE1-0DDB-CF3595ADC25F}"/>
                </a:ext>
              </a:extLst>
            </p:cNvPr>
            <p:cNvCxnSpPr>
              <a:cxnSpLocks/>
              <a:stCxn id="882" idx="2"/>
              <a:endCxn id="892" idx="0"/>
            </p:cNvCxnSpPr>
            <p:nvPr/>
          </p:nvCxnSpPr>
          <p:spPr>
            <a:xfrm>
              <a:off x="6884390" y="3071628"/>
              <a:ext cx="1395165" cy="623749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30054E1B-1282-8857-3D49-7688674B985E}"/>
                </a:ext>
              </a:extLst>
            </p:cNvPr>
            <p:cNvCxnSpPr>
              <a:cxnSpLocks/>
              <a:stCxn id="935" idx="2"/>
              <a:endCxn id="942" idx="0"/>
            </p:cNvCxnSpPr>
            <p:nvPr/>
          </p:nvCxnSpPr>
          <p:spPr>
            <a:xfrm>
              <a:off x="9207804" y="3080482"/>
              <a:ext cx="70989" cy="615478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8" name="直接连接符 427">
              <a:extLst>
                <a:ext uri="{FF2B5EF4-FFF2-40B4-BE49-F238E27FC236}">
                  <a16:creationId xmlns:a16="http://schemas.microsoft.com/office/drawing/2014/main" id="{A4932229-ED9A-B723-698D-20CFF32E3603}"/>
                </a:ext>
              </a:extLst>
            </p:cNvPr>
            <p:cNvCxnSpPr>
              <a:cxnSpLocks/>
              <a:stCxn id="935" idx="2"/>
              <a:endCxn id="943" idx="0"/>
            </p:cNvCxnSpPr>
            <p:nvPr/>
          </p:nvCxnSpPr>
          <p:spPr>
            <a:xfrm>
              <a:off x="9207804" y="3080482"/>
              <a:ext cx="1015802" cy="61765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5" name="直接连接符 434">
              <a:extLst>
                <a:ext uri="{FF2B5EF4-FFF2-40B4-BE49-F238E27FC236}">
                  <a16:creationId xmlns:a16="http://schemas.microsoft.com/office/drawing/2014/main" id="{2205E391-A79C-1791-C63C-490A66AF476B}"/>
                </a:ext>
              </a:extLst>
            </p:cNvPr>
            <p:cNvCxnSpPr>
              <a:cxnSpLocks/>
              <a:stCxn id="935" idx="2"/>
              <a:endCxn id="941" idx="0"/>
            </p:cNvCxnSpPr>
            <p:nvPr/>
          </p:nvCxnSpPr>
          <p:spPr>
            <a:xfrm>
              <a:off x="9207804" y="3080482"/>
              <a:ext cx="1926571" cy="61489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6" name="椭圆 845">
                  <a:extLst>
                    <a:ext uri="{FF2B5EF4-FFF2-40B4-BE49-F238E27FC236}">
                      <a16:creationId xmlns:a16="http://schemas.microsoft.com/office/drawing/2014/main" id="{97108E4D-DF67-121B-8495-E5523D0ADEF8}"/>
                    </a:ext>
                  </a:extLst>
                </p:cNvPr>
                <p:cNvSpPr/>
                <p:nvPr/>
              </p:nvSpPr>
              <p:spPr>
                <a:xfrm>
                  <a:off x="1282632" y="2534772"/>
                  <a:ext cx="684000" cy="536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846" name="椭圆 845">
                  <a:extLst>
                    <a:ext uri="{FF2B5EF4-FFF2-40B4-BE49-F238E27FC236}">
                      <a16:creationId xmlns:a16="http://schemas.microsoft.com/office/drawing/2014/main" id="{97108E4D-DF67-121B-8495-E5523D0ADE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2632" y="2534772"/>
                  <a:ext cx="684000" cy="5364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7" name="矩形: 圆角 846">
                  <a:extLst>
                    <a:ext uri="{FF2B5EF4-FFF2-40B4-BE49-F238E27FC236}">
                      <a16:creationId xmlns:a16="http://schemas.microsoft.com/office/drawing/2014/main" id="{69397E78-E087-1A50-4517-BFF6BBB18B0C}"/>
                    </a:ext>
                  </a:extLst>
                </p:cNvPr>
                <p:cNvSpPr/>
                <p:nvPr/>
              </p:nvSpPr>
              <p:spPr>
                <a:xfrm>
                  <a:off x="3867779" y="1335712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47" name="矩形: 圆角 846">
                  <a:extLst>
                    <a:ext uri="{FF2B5EF4-FFF2-40B4-BE49-F238E27FC236}">
                      <a16:creationId xmlns:a16="http://schemas.microsoft.com/office/drawing/2014/main" id="{69397E78-E087-1A50-4517-BFF6BBB18B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7779" y="1335712"/>
                  <a:ext cx="684000" cy="53640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0" name="矩形: 圆角 879">
                  <a:extLst>
                    <a:ext uri="{FF2B5EF4-FFF2-40B4-BE49-F238E27FC236}">
                      <a16:creationId xmlns:a16="http://schemas.microsoft.com/office/drawing/2014/main" id="{2FB93D39-D3BC-864E-5DA7-E3B46DBAD869}"/>
                    </a:ext>
                  </a:extLst>
                </p:cNvPr>
                <p:cNvSpPr/>
                <p:nvPr/>
              </p:nvSpPr>
              <p:spPr>
                <a:xfrm>
                  <a:off x="5545416" y="298449"/>
                  <a:ext cx="685470" cy="537311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80" name="矩形: 圆角 879">
                  <a:extLst>
                    <a:ext uri="{FF2B5EF4-FFF2-40B4-BE49-F238E27FC236}">
                      <a16:creationId xmlns:a16="http://schemas.microsoft.com/office/drawing/2014/main" id="{2FB93D39-D3BC-864E-5DA7-E3B46DBAD8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5416" y="298449"/>
                  <a:ext cx="685470" cy="537311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1" name="矩形: 圆角 880">
                  <a:extLst>
                    <a:ext uri="{FF2B5EF4-FFF2-40B4-BE49-F238E27FC236}">
                      <a16:creationId xmlns:a16="http://schemas.microsoft.com/office/drawing/2014/main" id="{E2C57AC0-0855-6393-F94B-3E7AF01E519B}"/>
                    </a:ext>
                  </a:extLst>
                </p:cNvPr>
                <p:cNvSpPr/>
                <p:nvPr/>
              </p:nvSpPr>
              <p:spPr>
                <a:xfrm>
                  <a:off x="4261269" y="2540576"/>
                  <a:ext cx="685470" cy="537311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81" name="矩形: 圆角 880">
                  <a:extLst>
                    <a:ext uri="{FF2B5EF4-FFF2-40B4-BE49-F238E27FC236}">
                      <a16:creationId xmlns:a16="http://schemas.microsoft.com/office/drawing/2014/main" id="{E2C57AC0-0855-6393-F94B-3E7AF01E51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1269" y="2540576"/>
                  <a:ext cx="685470" cy="537311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2" name="矩形: 圆角 881">
                  <a:extLst>
                    <a:ext uri="{FF2B5EF4-FFF2-40B4-BE49-F238E27FC236}">
                      <a16:creationId xmlns:a16="http://schemas.microsoft.com/office/drawing/2014/main" id="{04EB9E89-1A1E-0DBE-1EC0-12CC6702BAA4}"/>
                    </a:ext>
                  </a:extLst>
                </p:cNvPr>
                <p:cNvSpPr/>
                <p:nvPr/>
              </p:nvSpPr>
              <p:spPr>
                <a:xfrm>
                  <a:off x="6541655" y="2534317"/>
                  <a:ext cx="685470" cy="537311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82" name="矩形: 圆角 881">
                  <a:extLst>
                    <a:ext uri="{FF2B5EF4-FFF2-40B4-BE49-F238E27FC236}">
                      <a16:creationId xmlns:a16="http://schemas.microsoft.com/office/drawing/2014/main" id="{04EB9E89-1A1E-0DBE-1EC0-12CC6702BA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1655" y="2534317"/>
                  <a:ext cx="685470" cy="537311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4" name="矩形: 圆角 883">
                  <a:extLst>
                    <a:ext uri="{FF2B5EF4-FFF2-40B4-BE49-F238E27FC236}">
                      <a16:creationId xmlns:a16="http://schemas.microsoft.com/office/drawing/2014/main" id="{4DF6A5A7-C1F7-F420-A9B2-569A79C8B580}"/>
                    </a:ext>
                  </a:extLst>
                </p:cNvPr>
                <p:cNvSpPr/>
                <p:nvPr/>
              </p:nvSpPr>
              <p:spPr>
                <a:xfrm>
                  <a:off x="2033661" y="2534317"/>
                  <a:ext cx="685470" cy="537311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84" name="矩形: 圆角 883">
                  <a:extLst>
                    <a:ext uri="{FF2B5EF4-FFF2-40B4-BE49-F238E27FC236}">
                      <a16:creationId xmlns:a16="http://schemas.microsoft.com/office/drawing/2014/main" id="{4DF6A5A7-C1F7-F420-A9B2-569A79C8B5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3661" y="2534317"/>
                  <a:ext cx="685470" cy="537311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5" name="矩形: 圆角 884">
                  <a:extLst>
                    <a:ext uri="{FF2B5EF4-FFF2-40B4-BE49-F238E27FC236}">
                      <a16:creationId xmlns:a16="http://schemas.microsoft.com/office/drawing/2014/main" id="{5F26440E-3138-42EA-915B-A415AA90134C}"/>
                    </a:ext>
                  </a:extLst>
                </p:cNvPr>
                <p:cNvSpPr/>
                <p:nvPr/>
              </p:nvSpPr>
              <p:spPr>
                <a:xfrm>
                  <a:off x="8644481" y="1335712"/>
                  <a:ext cx="685470" cy="537311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85" name="矩形: 圆角 884">
                  <a:extLst>
                    <a:ext uri="{FF2B5EF4-FFF2-40B4-BE49-F238E27FC236}">
                      <a16:creationId xmlns:a16="http://schemas.microsoft.com/office/drawing/2014/main" id="{5F26440E-3138-42EA-915B-A415AA9013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481" y="1335712"/>
                  <a:ext cx="685470" cy="537311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6" name="矩形: 圆角 885">
                  <a:extLst>
                    <a:ext uri="{FF2B5EF4-FFF2-40B4-BE49-F238E27FC236}">
                      <a16:creationId xmlns:a16="http://schemas.microsoft.com/office/drawing/2014/main" id="{3B31FCA7-5C59-2AF4-5BE3-347739B78351}"/>
                    </a:ext>
                  </a:extLst>
                </p:cNvPr>
                <p:cNvSpPr/>
                <p:nvPr/>
              </p:nvSpPr>
              <p:spPr>
                <a:xfrm>
                  <a:off x="5545416" y="1343868"/>
                  <a:ext cx="685470" cy="537311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86" name="矩形: 圆角 885">
                  <a:extLst>
                    <a:ext uri="{FF2B5EF4-FFF2-40B4-BE49-F238E27FC236}">
                      <a16:creationId xmlns:a16="http://schemas.microsoft.com/office/drawing/2014/main" id="{3B31FCA7-5C59-2AF4-5BE3-347739B783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5416" y="1343868"/>
                  <a:ext cx="685470" cy="537311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7" name="矩形: 圆角 886">
                  <a:extLst>
                    <a:ext uri="{FF2B5EF4-FFF2-40B4-BE49-F238E27FC236}">
                      <a16:creationId xmlns:a16="http://schemas.microsoft.com/office/drawing/2014/main" id="{50C95B26-CFF6-F1DC-D369-B7D4AC51C796}"/>
                    </a:ext>
                  </a:extLst>
                </p:cNvPr>
                <p:cNvSpPr/>
                <p:nvPr/>
              </p:nvSpPr>
              <p:spPr>
                <a:xfrm>
                  <a:off x="3071435" y="1327715"/>
                  <a:ext cx="685470" cy="537311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87" name="矩形: 圆角 886">
                  <a:extLst>
                    <a:ext uri="{FF2B5EF4-FFF2-40B4-BE49-F238E27FC236}">
                      <a16:creationId xmlns:a16="http://schemas.microsoft.com/office/drawing/2014/main" id="{50C95B26-CFF6-F1DC-D369-B7D4AC51C7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1435" y="1327715"/>
                  <a:ext cx="685470" cy="537311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8" name="矩形: 圆角 887">
                  <a:extLst>
                    <a:ext uri="{FF2B5EF4-FFF2-40B4-BE49-F238E27FC236}">
                      <a16:creationId xmlns:a16="http://schemas.microsoft.com/office/drawing/2014/main" id="{40C57175-2480-2646-548E-4335453A7D8F}"/>
                    </a:ext>
                  </a:extLst>
                </p:cNvPr>
                <p:cNvSpPr/>
                <p:nvPr/>
              </p:nvSpPr>
              <p:spPr>
                <a:xfrm>
                  <a:off x="9656718" y="2541031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88" name="矩形: 圆角 887">
                  <a:extLst>
                    <a:ext uri="{FF2B5EF4-FFF2-40B4-BE49-F238E27FC236}">
                      <a16:creationId xmlns:a16="http://schemas.microsoft.com/office/drawing/2014/main" id="{40C57175-2480-2646-548E-4335453A7D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6718" y="2541031"/>
                  <a:ext cx="684000" cy="536400"/>
                </a:xfrm>
                <a:prstGeom prst="roundRect">
                  <a:avLst/>
                </a:prstGeom>
                <a:blipFill>
                  <a:blip r:embed="rId11"/>
                  <a:stretch>
                    <a:fillRect r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9" name="矩形: 圆角 888">
                  <a:extLst>
                    <a:ext uri="{FF2B5EF4-FFF2-40B4-BE49-F238E27FC236}">
                      <a16:creationId xmlns:a16="http://schemas.microsoft.com/office/drawing/2014/main" id="{C57BFF3F-72B9-A245-69DB-552E43FE8B4B}"/>
                    </a:ext>
                  </a:extLst>
                </p:cNvPr>
                <p:cNvSpPr/>
                <p:nvPr/>
              </p:nvSpPr>
              <p:spPr>
                <a:xfrm>
                  <a:off x="6096000" y="3704768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89" name="矩形: 圆角 888">
                  <a:extLst>
                    <a:ext uri="{FF2B5EF4-FFF2-40B4-BE49-F238E27FC236}">
                      <a16:creationId xmlns:a16="http://schemas.microsoft.com/office/drawing/2014/main" id="{C57BFF3F-72B9-A245-69DB-552E43FE8B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704768"/>
                  <a:ext cx="684000" cy="536400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0" name="矩形: 圆角 889">
                  <a:extLst>
                    <a:ext uri="{FF2B5EF4-FFF2-40B4-BE49-F238E27FC236}">
                      <a16:creationId xmlns:a16="http://schemas.microsoft.com/office/drawing/2014/main" id="{0D502FC8-7070-6F33-2326-2C0C81597F80}"/>
                    </a:ext>
                  </a:extLst>
                </p:cNvPr>
                <p:cNvSpPr/>
                <p:nvPr/>
              </p:nvSpPr>
              <p:spPr>
                <a:xfrm>
                  <a:off x="6992742" y="3701550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𝟐𝟎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90" name="矩形: 圆角 889">
                  <a:extLst>
                    <a:ext uri="{FF2B5EF4-FFF2-40B4-BE49-F238E27FC236}">
                      <a16:creationId xmlns:a16="http://schemas.microsoft.com/office/drawing/2014/main" id="{0D502FC8-7070-6F33-2326-2C0C81597F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2742" y="3701550"/>
                  <a:ext cx="684000" cy="536400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1" name="矩形: 圆角 890">
                  <a:extLst>
                    <a:ext uri="{FF2B5EF4-FFF2-40B4-BE49-F238E27FC236}">
                      <a16:creationId xmlns:a16="http://schemas.microsoft.com/office/drawing/2014/main" id="{274C743C-5F78-231C-F4B6-CFCB92095C96}"/>
                    </a:ext>
                  </a:extLst>
                </p:cNvPr>
                <p:cNvSpPr/>
                <p:nvPr/>
              </p:nvSpPr>
              <p:spPr>
                <a:xfrm>
                  <a:off x="4670663" y="1338465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91" name="矩形: 圆角 890">
                  <a:extLst>
                    <a:ext uri="{FF2B5EF4-FFF2-40B4-BE49-F238E27FC236}">
                      <a16:creationId xmlns:a16="http://schemas.microsoft.com/office/drawing/2014/main" id="{274C743C-5F78-231C-F4B6-CFCB92095C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0663" y="1338465"/>
                  <a:ext cx="684000" cy="536400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2" name="矩形: 圆角 891">
                  <a:extLst>
                    <a:ext uri="{FF2B5EF4-FFF2-40B4-BE49-F238E27FC236}">
                      <a16:creationId xmlns:a16="http://schemas.microsoft.com/office/drawing/2014/main" id="{040E423A-A1E9-E228-29F6-456F74AC3D88}"/>
                    </a:ext>
                  </a:extLst>
                </p:cNvPr>
                <p:cNvSpPr/>
                <p:nvPr/>
              </p:nvSpPr>
              <p:spPr>
                <a:xfrm>
                  <a:off x="7937555" y="3695377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𝟐𝟏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92" name="矩形: 圆角 891">
                  <a:extLst>
                    <a:ext uri="{FF2B5EF4-FFF2-40B4-BE49-F238E27FC236}">
                      <a16:creationId xmlns:a16="http://schemas.microsoft.com/office/drawing/2014/main" id="{040E423A-A1E9-E228-29F6-456F74AC3D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7555" y="3695377"/>
                  <a:ext cx="684000" cy="536400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4" name="矩形: 圆角 893">
                  <a:extLst>
                    <a:ext uri="{FF2B5EF4-FFF2-40B4-BE49-F238E27FC236}">
                      <a16:creationId xmlns:a16="http://schemas.microsoft.com/office/drawing/2014/main" id="{E6262E47-A384-F051-8890-1D777AB156CB}"/>
                    </a:ext>
                  </a:extLst>
                </p:cNvPr>
                <p:cNvSpPr/>
                <p:nvPr/>
              </p:nvSpPr>
              <p:spPr>
                <a:xfrm>
                  <a:off x="8090093" y="2541487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94" name="矩形: 圆角 893">
                  <a:extLst>
                    <a:ext uri="{FF2B5EF4-FFF2-40B4-BE49-F238E27FC236}">
                      <a16:creationId xmlns:a16="http://schemas.microsoft.com/office/drawing/2014/main" id="{E6262E47-A384-F051-8890-1D777AB156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093" y="2541487"/>
                  <a:ext cx="684000" cy="536400"/>
                </a:xfrm>
                <a:prstGeom prst="roundRect">
                  <a:avLst/>
                </a:prstGeom>
                <a:blipFill>
                  <a:blip r:embed="rId16"/>
                  <a:stretch>
                    <a:fillRect r="-38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7" name="矩形: 圆角 896">
                  <a:extLst>
                    <a:ext uri="{FF2B5EF4-FFF2-40B4-BE49-F238E27FC236}">
                      <a16:creationId xmlns:a16="http://schemas.microsoft.com/office/drawing/2014/main" id="{32260D40-3BDE-8DD6-6B95-59861F8E2B89}"/>
                    </a:ext>
                  </a:extLst>
                </p:cNvPr>
                <p:cNvSpPr/>
                <p:nvPr/>
              </p:nvSpPr>
              <p:spPr>
                <a:xfrm>
                  <a:off x="7023520" y="1334912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97" name="矩形: 圆角 896">
                  <a:extLst>
                    <a:ext uri="{FF2B5EF4-FFF2-40B4-BE49-F238E27FC236}">
                      <a16:creationId xmlns:a16="http://schemas.microsoft.com/office/drawing/2014/main" id="{32260D40-3BDE-8DD6-6B95-59861F8E2B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3520" y="1334912"/>
                  <a:ext cx="684000" cy="536400"/>
                </a:xfrm>
                <a:prstGeom prst="round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6" name="椭圆 925">
                  <a:extLst>
                    <a:ext uri="{FF2B5EF4-FFF2-40B4-BE49-F238E27FC236}">
                      <a16:creationId xmlns:a16="http://schemas.microsoft.com/office/drawing/2014/main" id="{38BC8FF5-0A77-C494-FDF4-1D2AEFAB3646}"/>
                    </a:ext>
                  </a:extLst>
                </p:cNvPr>
                <p:cNvSpPr/>
                <p:nvPr/>
              </p:nvSpPr>
              <p:spPr>
                <a:xfrm>
                  <a:off x="2718953" y="3700084"/>
                  <a:ext cx="720000" cy="572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𝟏𝟓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26" name="椭圆 925">
                  <a:extLst>
                    <a:ext uri="{FF2B5EF4-FFF2-40B4-BE49-F238E27FC236}">
                      <a16:creationId xmlns:a16="http://schemas.microsoft.com/office/drawing/2014/main" id="{38BC8FF5-0A77-C494-FDF4-1D2AEFAB36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8953" y="3700084"/>
                  <a:ext cx="720000" cy="572400"/>
                </a:xfrm>
                <a:prstGeom prst="ellipse">
                  <a:avLst/>
                </a:prstGeom>
                <a:blipFill>
                  <a:blip r:embed="rId18"/>
                  <a:stretch>
                    <a:fillRect l="-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7" name="椭圆 926">
                  <a:extLst>
                    <a:ext uri="{FF2B5EF4-FFF2-40B4-BE49-F238E27FC236}">
                      <a16:creationId xmlns:a16="http://schemas.microsoft.com/office/drawing/2014/main" id="{D8548B5E-5C5A-C17D-8820-24295CADF20F}"/>
                    </a:ext>
                  </a:extLst>
                </p:cNvPr>
                <p:cNvSpPr/>
                <p:nvPr/>
              </p:nvSpPr>
              <p:spPr>
                <a:xfrm>
                  <a:off x="1875732" y="3695960"/>
                  <a:ext cx="720000" cy="5256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𝟏𝟒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27" name="椭圆 926">
                  <a:extLst>
                    <a:ext uri="{FF2B5EF4-FFF2-40B4-BE49-F238E27FC236}">
                      <a16:creationId xmlns:a16="http://schemas.microsoft.com/office/drawing/2014/main" id="{D8548B5E-5C5A-C17D-8820-24295CADF2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5732" y="3695960"/>
                  <a:ext cx="720000" cy="525600"/>
                </a:xfrm>
                <a:prstGeom prst="ellipse">
                  <a:avLst/>
                </a:prstGeom>
                <a:blipFill>
                  <a:blip r:embed="rId19"/>
                  <a:stretch>
                    <a:fillRect l="-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8" name="椭圆 927">
                  <a:extLst>
                    <a:ext uri="{FF2B5EF4-FFF2-40B4-BE49-F238E27FC236}">
                      <a16:creationId xmlns:a16="http://schemas.microsoft.com/office/drawing/2014/main" id="{BD591295-420F-22FA-3365-901AF173F53C}"/>
                    </a:ext>
                  </a:extLst>
                </p:cNvPr>
                <p:cNvSpPr/>
                <p:nvPr/>
              </p:nvSpPr>
              <p:spPr>
                <a:xfrm>
                  <a:off x="976844" y="3698135"/>
                  <a:ext cx="720000" cy="572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𝟏𝟑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28" name="椭圆 927">
                  <a:extLst>
                    <a:ext uri="{FF2B5EF4-FFF2-40B4-BE49-F238E27FC236}">
                      <a16:creationId xmlns:a16="http://schemas.microsoft.com/office/drawing/2014/main" id="{BD591295-420F-22FA-3365-901AF173F5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844" y="3698135"/>
                  <a:ext cx="720000" cy="572400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9" name="椭圆 928">
                  <a:extLst>
                    <a:ext uri="{FF2B5EF4-FFF2-40B4-BE49-F238E27FC236}">
                      <a16:creationId xmlns:a16="http://schemas.microsoft.com/office/drawing/2014/main" id="{68F8BF4A-D374-15DD-D1BF-DC2431D91A8F}"/>
                    </a:ext>
                  </a:extLst>
                </p:cNvPr>
                <p:cNvSpPr/>
                <p:nvPr/>
              </p:nvSpPr>
              <p:spPr>
                <a:xfrm>
                  <a:off x="5766679" y="2540914"/>
                  <a:ext cx="684000" cy="536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29" name="椭圆 928">
                  <a:extLst>
                    <a:ext uri="{FF2B5EF4-FFF2-40B4-BE49-F238E27FC236}">
                      <a16:creationId xmlns:a16="http://schemas.microsoft.com/office/drawing/2014/main" id="{68F8BF4A-D374-15DD-D1BF-DC2431D91A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6679" y="2540914"/>
                  <a:ext cx="684000" cy="536400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0" name="椭圆 929">
                  <a:extLst>
                    <a:ext uri="{FF2B5EF4-FFF2-40B4-BE49-F238E27FC236}">
                      <a16:creationId xmlns:a16="http://schemas.microsoft.com/office/drawing/2014/main" id="{A17CB330-8F03-C56C-C5BA-841CD1AC7C3F}"/>
                    </a:ext>
                  </a:extLst>
                </p:cNvPr>
                <p:cNvSpPr/>
                <p:nvPr/>
              </p:nvSpPr>
              <p:spPr>
                <a:xfrm>
                  <a:off x="5015694" y="2538678"/>
                  <a:ext cx="684000" cy="536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30" name="椭圆 929">
                  <a:extLst>
                    <a:ext uri="{FF2B5EF4-FFF2-40B4-BE49-F238E27FC236}">
                      <a16:creationId xmlns:a16="http://schemas.microsoft.com/office/drawing/2014/main" id="{A17CB330-8F03-C56C-C5BA-841CD1AC7C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5694" y="2538678"/>
                  <a:ext cx="684000" cy="536400"/>
                </a:xfrm>
                <a:prstGeom prst="ellipse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2" name="椭圆 931">
                  <a:extLst>
                    <a:ext uri="{FF2B5EF4-FFF2-40B4-BE49-F238E27FC236}">
                      <a16:creationId xmlns:a16="http://schemas.microsoft.com/office/drawing/2014/main" id="{1131DB9D-B713-1441-18DE-24150DAE17DE}"/>
                    </a:ext>
                  </a:extLst>
                </p:cNvPr>
                <p:cNvSpPr/>
                <p:nvPr/>
              </p:nvSpPr>
              <p:spPr>
                <a:xfrm>
                  <a:off x="3536085" y="2538653"/>
                  <a:ext cx="684000" cy="536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32" name="椭圆 931">
                  <a:extLst>
                    <a:ext uri="{FF2B5EF4-FFF2-40B4-BE49-F238E27FC236}">
                      <a16:creationId xmlns:a16="http://schemas.microsoft.com/office/drawing/2014/main" id="{1131DB9D-B713-1441-18DE-24150DAE17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085" y="2538653"/>
                  <a:ext cx="684000" cy="536400"/>
                </a:xfrm>
                <a:prstGeom prst="ellipse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3" name="椭圆 932">
                  <a:extLst>
                    <a:ext uri="{FF2B5EF4-FFF2-40B4-BE49-F238E27FC236}">
                      <a16:creationId xmlns:a16="http://schemas.microsoft.com/office/drawing/2014/main" id="{436CED2A-99BD-36EA-5930-FB71196CB154}"/>
                    </a:ext>
                  </a:extLst>
                </p:cNvPr>
                <p:cNvSpPr/>
                <p:nvPr/>
              </p:nvSpPr>
              <p:spPr>
                <a:xfrm>
                  <a:off x="2823878" y="2541425"/>
                  <a:ext cx="684000" cy="536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33" name="椭圆 932">
                  <a:extLst>
                    <a:ext uri="{FF2B5EF4-FFF2-40B4-BE49-F238E27FC236}">
                      <a16:creationId xmlns:a16="http://schemas.microsoft.com/office/drawing/2014/main" id="{436CED2A-99BD-36EA-5930-FB71196CB1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3878" y="2541425"/>
                  <a:ext cx="684000" cy="536400"/>
                </a:xfrm>
                <a:prstGeom prst="ellipse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5" name="矩形: 圆角 934">
                  <a:extLst>
                    <a:ext uri="{FF2B5EF4-FFF2-40B4-BE49-F238E27FC236}">
                      <a16:creationId xmlns:a16="http://schemas.microsoft.com/office/drawing/2014/main" id="{02A565C5-4EC3-69B5-0052-589E40349882}"/>
                    </a:ext>
                  </a:extLst>
                </p:cNvPr>
                <p:cNvSpPr/>
                <p:nvPr/>
              </p:nvSpPr>
              <p:spPr>
                <a:xfrm>
                  <a:off x="8865069" y="2543171"/>
                  <a:ext cx="685470" cy="537311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35" name="矩形: 圆角 934">
                  <a:extLst>
                    <a:ext uri="{FF2B5EF4-FFF2-40B4-BE49-F238E27FC236}">
                      <a16:creationId xmlns:a16="http://schemas.microsoft.com/office/drawing/2014/main" id="{02A565C5-4EC3-69B5-0052-589E403498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5069" y="2543171"/>
                  <a:ext cx="685470" cy="537311"/>
                </a:xfrm>
                <a:prstGeom prst="round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8" name="椭圆 937">
                  <a:extLst>
                    <a:ext uri="{FF2B5EF4-FFF2-40B4-BE49-F238E27FC236}">
                      <a16:creationId xmlns:a16="http://schemas.microsoft.com/office/drawing/2014/main" id="{2CF43528-814F-D855-A060-A87F0A31F989}"/>
                    </a:ext>
                  </a:extLst>
                </p:cNvPr>
                <p:cNvSpPr/>
                <p:nvPr/>
              </p:nvSpPr>
              <p:spPr>
                <a:xfrm>
                  <a:off x="3599054" y="3691145"/>
                  <a:ext cx="720000" cy="572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𝟏𝟔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38" name="椭圆 937">
                  <a:extLst>
                    <a:ext uri="{FF2B5EF4-FFF2-40B4-BE49-F238E27FC236}">
                      <a16:creationId xmlns:a16="http://schemas.microsoft.com/office/drawing/2014/main" id="{2CF43528-814F-D855-A060-A87F0A31F9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9054" y="3691145"/>
                  <a:ext cx="720000" cy="572400"/>
                </a:xfrm>
                <a:prstGeom prst="ellipse">
                  <a:avLst/>
                </a:prstGeom>
                <a:blipFill>
                  <a:blip r:embed="rId26"/>
                  <a:stretch>
                    <a:fillRect l="-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9" name="椭圆 938">
                  <a:extLst>
                    <a:ext uri="{FF2B5EF4-FFF2-40B4-BE49-F238E27FC236}">
                      <a16:creationId xmlns:a16="http://schemas.microsoft.com/office/drawing/2014/main" id="{A94B1911-36E9-AC8D-6B04-EB7657C70801}"/>
                    </a:ext>
                  </a:extLst>
                </p:cNvPr>
                <p:cNvSpPr/>
                <p:nvPr/>
              </p:nvSpPr>
              <p:spPr>
                <a:xfrm>
                  <a:off x="4413460" y="3695377"/>
                  <a:ext cx="720000" cy="572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𝟏𝟕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39" name="椭圆 938">
                  <a:extLst>
                    <a:ext uri="{FF2B5EF4-FFF2-40B4-BE49-F238E27FC236}">
                      <a16:creationId xmlns:a16="http://schemas.microsoft.com/office/drawing/2014/main" id="{A94B1911-36E9-AC8D-6B04-EB7657C708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3460" y="3695377"/>
                  <a:ext cx="720000" cy="572400"/>
                </a:xfrm>
                <a:prstGeom prst="ellipse">
                  <a:avLst/>
                </a:prstGeom>
                <a:blipFill>
                  <a:blip r:embed="rId27"/>
                  <a:stretch>
                    <a:fillRect l="-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0" name="椭圆 939">
                  <a:extLst>
                    <a:ext uri="{FF2B5EF4-FFF2-40B4-BE49-F238E27FC236}">
                      <a16:creationId xmlns:a16="http://schemas.microsoft.com/office/drawing/2014/main" id="{F9725DEE-9938-5653-ADA3-1E4BDB47D75A}"/>
                    </a:ext>
                  </a:extLst>
                </p:cNvPr>
                <p:cNvSpPr/>
                <p:nvPr/>
              </p:nvSpPr>
              <p:spPr>
                <a:xfrm>
                  <a:off x="5211059" y="3703636"/>
                  <a:ext cx="720000" cy="572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𝟏𝟖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40" name="椭圆 939">
                  <a:extLst>
                    <a:ext uri="{FF2B5EF4-FFF2-40B4-BE49-F238E27FC236}">
                      <a16:creationId xmlns:a16="http://schemas.microsoft.com/office/drawing/2014/main" id="{F9725DEE-9938-5653-ADA3-1E4BDB47D7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1059" y="3703636"/>
                  <a:ext cx="720000" cy="572400"/>
                </a:xfrm>
                <a:prstGeom prst="ellipse">
                  <a:avLst/>
                </a:prstGeom>
                <a:blipFill>
                  <a:blip r:embed="rId28"/>
                  <a:stretch>
                    <a:fillRect l="-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1" name="矩形: 圆角 940">
                  <a:extLst>
                    <a:ext uri="{FF2B5EF4-FFF2-40B4-BE49-F238E27FC236}">
                      <a16:creationId xmlns:a16="http://schemas.microsoft.com/office/drawing/2014/main" id="{99BEEE1F-34E5-931A-AE07-A43849765A7D}"/>
                    </a:ext>
                  </a:extLst>
                </p:cNvPr>
                <p:cNvSpPr/>
                <p:nvPr/>
              </p:nvSpPr>
              <p:spPr>
                <a:xfrm>
                  <a:off x="10792375" y="3695377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𝟐𝟒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41" name="矩形: 圆角 940">
                  <a:extLst>
                    <a:ext uri="{FF2B5EF4-FFF2-40B4-BE49-F238E27FC236}">
                      <a16:creationId xmlns:a16="http://schemas.microsoft.com/office/drawing/2014/main" id="{99BEEE1F-34E5-931A-AE07-A43849765A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2375" y="3695377"/>
                  <a:ext cx="684000" cy="536400"/>
                </a:xfrm>
                <a:prstGeom prst="round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2" name="矩形: 圆角 941">
                  <a:extLst>
                    <a:ext uri="{FF2B5EF4-FFF2-40B4-BE49-F238E27FC236}">
                      <a16:creationId xmlns:a16="http://schemas.microsoft.com/office/drawing/2014/main" id="{5B616ADF-53F0-16D6-6209-3867BFDB39FF}"/>
                    </a:ext>
                  </a:extLst>
                </p:cNvPr>
                <p:cNvSpPr/>
                <p:nvPr/>
              </p:nvSpPr>
              <p:spPr>
                <a:xfrm>
                  <a:off x="8936793" y="3695960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42" name="矩形: 圆角 941">
                  <a:extLst>
                    <a:ext uri="{FF2B5EF4-FFF2-40B4-BE49-F238E27FC236}">
                      <a16:creationId xmlns:a16="http://schemas.microsoft.com/office/drawing/2014/main" id="{5B616ADF-53F0-16D6-6209-3867BFDB39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6793" y="3695960"/>
                  <a:ext cx="684000" cy="536400"/>
                </a:xfrm>
                <a:prstGeom prst="round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3" name="矩形: 圆角 942">
                  <a:extLst>
                    <a:ext uri="{FF2B5EF4-FFF2-40B4-BE49-F238E27FC236}">
                      <a16:creationId xmlns:a16="http://schemas.microsoft.com/office/drawing/2014/main" id="{A9E302F0-9A9D-BD9A-1813-5CA0FDCF97CB}"/>
                    </a:ext>
                  </a:extLst>
                </p:cNvPr>
                <p:cNvSpPr/>
                <p:nvPr/>
              </p:nvSpPr>
              <p:spPr>
                <a:xfrm>
                  <a:off x="9881606" y="3698135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𝟐𝟑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43" name="矩形: 圆角 942">
                  <a:extLst>
                    <a:ext uri="{FF2B5EF4-FFF2-40B4-BE49-F238E27FC236}">
                      <a16:creationId xmlns:a16="http://schemas.microsoft.com/office/drawing/2014/main" id="{A9E302F0-9A9D-BD9A-1813-5CA0FDCF97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1606" y="3698135"/>
                  <a:ext cx="684000" cy="536400"/>
                </a:xfrm>
                <a:prstGeom prst="round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6" name="矩形: 圆角 1005">
                  <a:extLst>
                    <a:ext uri="{FF2B5EF4-FFF2-40B4-BE49-F238E27FC236}">
                      <a16:creationId xmlns:a16="http://schemas.microsoft.com/office/drawing/2014/main" id="{744AC3FB-D124-D0FD-F9EC-7BB10D2CECC3}"/>
                    </a:ext>
                  </a:extLst>
                </p:cNvPr>
                <p:cNvSpPr/>
                <p:nvPr/>
              </p:nvSpPr>
              <p:spPr>
                <a:xfrm>
                  <a:off x="10431653" y="2542514"/>
                  <a:ext cx="684000" cy="536400"/>
                </a:xfrm>
                <a:prstGeom prst="roundRect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0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06" name="矩形: 圆角 1005">
                  <a:extLst>
                    <a:ext uri="{FF2B5EF4-FFF2-40B4-BE49-F238E27FC236}">
                      <a16:creationId xmlns:a16="http://schemas.microsoft.com/office/drawing/2014/main" id="{744AC3FB-D124-D0FD-F9EC-7BB10D2CEC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1653" y="2542514"/>
                  <a:ext cx="684000" cy="536400"/>
                </a:xfrm>
                <a:prstGeom prst="roundRect">
                  <a:avLst/>
                </a:prstGeom>
                <a:blipFill>
                  <a:blip r:embed="rId32"/>
                  <a:stretch>
                    <a:fillRect r="-28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7" name="直接连接符 1006">
              <a:extLst>
                <a:ext uri="{FF2B5EF4-FFF2-40B4-BE49-F238E27FC236}">
                  <a16:creationId xmlns:a16="http://schemas.microsoft.com/office/drawing/2014/main" id="{B5AD80B0-BA9C-A0F6-BD24-CE458EB0DECF}"/>
                </a:ext>
              </a:extLst>
            </p:cNvPr>
            <p:cNvCxnSpPr>
              <a:cxnSpLocks/>
              <a:stCxn id="885" idx="2"/>
              <a:endCxn id="1006" idx="0"/>
            </p:cNvCxnSpPr>
            <p:nvPr/>
          </p:nvCxnSpPr>
          <p:spPr>
            <a:xfrm>
              <a:off x="8987216" y="1873023"/>
              <a:ext cx="1786437" cy="66949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椭圆 2">
                  <a:extLst>
                    <a:ext uri="{FF2B5EF4-FFF2-40B4-BE49-F238E27FC236}">
                      <a16:creationId xmlns:a16="http://schemas.microsoft.com/office/drawing/2014/main" id="{6DCE23D8-4D06-E810-9FBC-403B8F35AACA}"/>
                    </a:ext>
                  </a:extLst>
                </p:cNvPr>
                <p:cNvSpPr/>
                <p:nvPr/>
              </p:nvSpPr>
              <p:spPr>
                <a:xfrm>
                  <a:off x="7301537" y="2534317"/>
                  <a:ext cx="684000" cy="536400"/>
                </a:xfrm>
                <a:prstGeom prst="ellipse">
                  <a:avLst/>
                </a:prstGeom>
                <a:solidFill>
                  <a:srgbClr val="2126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𝐎</m:t>
                            </m:r>
                          </m:e>
                          <m:sub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" name="椭圆 2">
                  <a:extLst>
                    <a:ext uri="{FF2B5EF4-FFF2-40B4-BE49-F238E27FC236}">
                      <a16:creationId xmlns:a16="http://schemas.microsoft.com/office/drawing/2014/main" id="{6DCE23D8-4D06-E810-9FBC-403B8F35AA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1537" y="2534317"/>
                  <a:ext cx="684000" cy="536400"/>
                </a:xfrm>
                <a:prstGeom prst="ellipse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66909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CAE4A-799F-4A0E-A1C9-41E58387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AB9EB5-FBA5-2973-42CC-F07026F10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BB6791-ADB5-4351-4A74-A1AAD48DE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062" y="69572"/>
            <a:ext cx="9525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7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9946D-29B1-0461-3A42-D6DBB20A0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F845F78-170C-29BF-76E4-C34FAB38C0D6}"/>
              </a:ext>
            </a:extLst>
          </p:cNvPr>
          <p:cNvCxnSpPr>
            <a:cxnSpLocks/>
            <a:stCxn id="442" idx="2"/>
            <a:endCxn id="646" idx="0"/>
          </p:cNvCxnSpPr>
          <p:nvPr/>
        </p:nvCxnSpPr>
        <p:spPr>
          <a:xfrm>
            <a:off x="6165735" y="1193800"/>
            <a:ext cx="0" cy="35864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A87D938-6848-19F8-78A0-D69B5E065718}"/>
              </a:ext>
            </a:extLst>
          </p:cNvPr>
          <p:cNvCxnSpPr>
            <a:cxnSpLocks/>
            <a:stCxn id="442" idx="2"/>
            <a:endCxn id="645" idx="0"/>
          </p:cNvCxnSpPr>
          <p:nvPr/>
        </p:nvCxnSpPr>
        <p:spPr>
          <a:xfrm>
            <a:off x="6165735" y="1193800"/>
            <a:ext cx="2086901" cy="35723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1EE8515-B7E4-0AF3-1485-1E8F6DD014D1}"/>
              </a:ext>
            </a:extLst>
          </p:cNvPr>
          <p:cNvCxnSpPr>
            <a:cxnSpLocks/>
            <a:stCxn id="442" idx="2"/>
            <a:endCxn id="647" idx="0"/>
          </p:cNvCxnSpPr>
          <p:nvPr/>
        </p:nvCxnSpPr>
        <p:spPr>
          <a:xfrm flipH="1">
            <a:off x="4078834" y="1193800"/>
            <a:ext cx="2086901" cy="35723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B9C97714-3AA2-FD4A-A5B1-49EC957F251D}"/>
              </a:ext>
            </a:extLst>
          </p:cNvPr>
          <p:cNvCxnSpPr>
            <a:cxnSpLocks/>
            <a:stCxn id="644" idx="2"/>
            <a:endCxn id="656" idx="0"/>
          </p:cNvCxnSpPr>
          <p:nvPr/>
        </p:nvCxnSpPr>
        <p:spPr>
          <a:xfrm flipH="1">
            <a:off x="2172104" y="3458578"/>
            <a:ext cx="906878" cy="7353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3" name="直接连接符 392">
            <a:extLst>
              <a:ext uri="{FF2B5EF4-FFF2-40B4-BE49-F238E27FC236}">
                <a16:creationId xmlns:a16="http://schemas.microsoft.com/office/drawing/2014/main" id="{1146A6C5-C669-3AFC-0B9A-CC255A72CA82}"/>
              </a:ext>
            </a:extLst>
          </p:cNvPr>
          <p:cNvCxnSpPr>
            <a:cxnSpLocks/>
            <a:stCxn id="644" idx="2"/>
            <a:endCxn id="655" idx="0"/>
          </p:cNvCxnSpPr>
          <p:nvPr/>
        </p:nvCxnSpPr>
        <p:spPr>
          <a:xfrm>
            <a:off x="3078982" y="3458578"/>
            <a:ext cx="0" cy="72941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4" name="直接连接符 393">
            <a:extLst>
              <a:ext uri="{FF2B5EF4-FFF2-40B4-BE49-F238E27FC236}">
                <a16:creationId xmlns:a16="http://schemas.microsoft.com/office/drawing/2014/main" id="{E579A43A-3854-267A-59A5-B219643F9910}"/>
              </a:ext>
            </a:extLst>
          </p:cNvPr>
          <p:cNvCxnSpPr>
            <a:cxnSpLocks/>
            <a:stCxn id="644" idx="2"/>
            <a:endCxn id="654" idx="0"/>
          </p:cNvCxnSpPr>
          <p:nvPr/>
        </p:nvCxnSpPr>
        <p:spPr>
          <a:xfrm>
            <a:off x="3078982" y="3458578"/>
            <a:ext cx="895730" cy="72941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5" name="直接连接符 394">
            <a:extLst>
              <a:ext uri="{FF2B5EF4-FFF2-40B4-BE49-F238E27FC236}">
                <a16:creationId xmlns:a16="http://schemas.microsoft.com/office/drawing/2014/main" id="{F579230F-D51F-6E8B-E796-FA86A5F58284}"/>
              </a:ext>
            </a:extLst>
          </p:cNvPr>
          <p:cNvCxnSpPr>
            <a:cxnSpLocks/>
            <a:stCxn id="660" idx="2"/>
            <a:endCxn id="653" idx="0"/>
          </p:cNvCxnSpPr>
          <p:nvPr/>
        </p:nvCxnSpPr>
        <p:spPr>
          <a:xfrm flipH="1">
            <a:off x="5849384" y="3463560"/>
            <a:ext cx="80924" cy="72475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6" name="直接连接符 395">
            <a:extLst>
              <a:ext uri="{FF2B5EF4-FFF2-40B4-BE49-F238E27FC236}">
                <a16:creationId xmlns:a16="http://schemas.microsoft.com/office/drawing/2014/main" id="{ED0E49EB-29BA-42F8-B0F3-96C4FB274688}"/>
              </a:ext>
            </a:extLst>
          </p:cNvPr>
          <p:cNvCxnSpPr>
            <a:cxnSpLocks/>
            <a:stCxn id="658" idx="2"/>
            <a:endCxn id="738" idx="0"/>
          </p:cNvCxnSpPr>
          <p:nvPr/>
        </p:nvCxnSpPr>
        <p:spPr>
          <a:xfrm flipH="1">
            <a:off x="6770631" y="3463560"/>
            <a:ext cx="281957" cy="72442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7" name="直接连接符 396">
            <a:extLst>
              <a:ext uri="{FF2B5EF4-FFF2-40B4-BE49-F238E27FC236}">
                <a16:creationId xmlns:a16="http://schemas.microsoft.com/office/drawing/2014/main" id="{66C5FF5E-5CB7-B299-6558-9CFC14B7E1C1}"/>
              </a:ext>
            </a:extLst>
          </p:cNvPr>
          <p:cNvCxnSpPr>
            <a:cxnSpLocks/>
            <a:stCxn id="658" idx="2"/>
            <a:endCxn id="651" idx="0"/>
          </p:cNvCxnSpPr>
          <p:nvPr/>
        </p:nvCxnSpPr>
        <p:spPr>
          <a:xfrm>
            <a:off x="7052588" y="3463560"/>
            <a:ext cx="610574" cy="72442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9" name="直接连接符 398">
            <a:extLst>
              <a:ext uri="{FF2B5EF4-FFF2-40B4-BE49-F238E27FC236}">
                <a16:creationId xmlns:a16="http://schemas.microsoft.com/office/drawing/2014/main" id="{CC69E6FB-FA3E-AAD7-3CDD-B6AC97A8EC4B}"/>
              </a:ext>
            </a:extLst>
          </p:cNvPr>
          <p:cNvCxnSpPr>
            <a:cxnSpLocks/>
            <a:stCxn id="660" idx="2"/>
            <a:endCxn id="652" idx="0"/>
          </p:cNvCxnSpPr>
          <p:nvPr/>
        </p:nvCxnSpPr>
        <p:spPr>
          <a:xfrm flipH="1">
            <a:off x="4897196" y="3463560"/>
            <a:ext cx="1033112" cy="72442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3885E334-EC9D-DDAC-6EE8-3B36A41D5A29}"/>
              </a:ext>
            </a:extLst>
          </p:cNvPr>
          <p:cNvCxnSpPr>
            <a:cxnSpLocks/>
            <a:stCxn id="659" idx="2"/>
            <a:endCxn id="648" idx="0"/>
          </p:cNvCxnSpPr>
          <p:nvPr/>
        </p:nvCxnSpPr>
        <p:spPr>
          <a:xfrm flipH="1">
            <a:off x="8555694" y="3473975"/>
            <a:ext cx="829667" cy="71401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8" name="直接连接符 427">
            <a:extLst>
              <a:ext uri="{FF2B5EF4-FFF2-40B4-BE49-F238E27FC236}">
                <a16:creationId xmlns:a16="http://schemas.microsoft.com/office/drawing/2014/main" id="{6D6EE4C8-A1F4-2282-E52F-403E761A2B06}"/>
              </a:ext>
            </a:extLst>
          </p:cNvPr>
          <p:cNvCxnSpPr>
            <a:cxnSpLocks/>
            <a:stCxn id="659" idx="2"/>
            <a:endCxn id="649" idx="0"/>
          </p:cNvCxnSpPr>
          <p:nvPr/>
        </p:nvCxnSpPr>
        <p:spPr>
          <a:xfrm>
            <a:off x="9385361" y="3473975"/>
            <a:ext cx="62865" cy="71401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5" name="直接连接符 434">
            <a:extLst>
              <a:ext uri="{FF2B5EF4-FFF2-40B4-BE49-F238E27FC236}">
                <a16:creationId xmlns:a16="http://schemas.microsoft.com/office/drawing/2014/main" id="{9739A6D4-B701-4778-C11A-B4B38E28991D}"/>
              </a:ext>
            </a:extLst>
          </p:cNvPr>
          <p:cNvCxnSpPr>
            <a:cxnSpLocks/>
            <a:stCxn id="659" idx="2"/>
            <a:endCxn id="650" idx="0"/>
          </p:cNvCxnSpPr>
          <p:nvPr/>
        </p:nvCxnSpPr>
        <p:spPr>
          <a:xfrm>
            <a:off x="9385361" y="3473975"/>
            <a:ext cx="955397" cy="71401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BDD8FB49-9E50-F972-D2FE-F914C5859A02}"/>
              </a:ext>
            </a:extLst>
          </p:cNvPr>
          <p:cNvCxnSpPr>
            <a:cxnSpLocks/>
            <a:stCxn id="647" idx="2"/>
            <a:endCxn id="644" idx="0"/>
          </p:cNvCxnSpPr>
          <p:nvPr/>
        </p:nvCxnSpPr>
        <p:spPr>
          <a:xfrm flipH="1">
            <a:off x="3078982" y="2245440"/>
            <a:ext cx="999852" cy="51873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接连接符 263">
            <a:extLst>
              <a:ext uri="{FF2B5EF4-FFF2-40B4-BE49-F238E27FC236}">
                <a16:creationId xmlns:a16="http://schemas.microsoft.com/office/drawing/2014/main" id="{C6E555F8-9747-B918-0463-67693B4837D0}"/>
              </a:ext>
            </a:extLst>
          </p:cNvPr>
          <p:cNvCxnSpPr>
            <a:cxnSpLocks/>
            <a:stCxn id="645" idx="2"/>
            <a:endCxn id="661" idx="0"/>
          </p:cNvCxnSpPr>
          <p:nvPr/>
        </p:nvCxnSpPr>
        <p:spPr>
          <a:xfrm flipH="1">
            <a:off x="8112907" y="2245441"/>
            <a:ext cx="139729" cy="54392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6AE6D3ED-6238-6727-F4DF-A92C812C4871}"/>
              </a:ext>
            </a:extLst>
          </p:cNvPr>
          <p:cNvCxnSpPr>
            <a:cxnSpLocks/>
            <a:stCxn id="645" idx="2"/>
            <a:endCxn id="659" idx="0"/>
          </p:cNvCxnSpPr>
          <p:nvPr/>
        </p:nvCxnSpPr>
        <p:spPr>
          <a:xfrm>
            <a:off x="8252636" y="2245441"/>
            <a:ext cx="1132725" cy="53412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132E84A6-BB05-99A9-3BAC-8D055DC52523}"/>
              </a:ext>
            </a:extLst>
          </p:cNvPr>
          <p:cNvCxnSpPr>
            <a:cxnSpLocks/>
            <a:stCxn id="646" idx="2"/>
            <a:endCxn id="658" idx="0"/>
          </p:cNvCxnSpPr>
          <p:nvPr/>
        </p:nvCxnSpPr>
        <p:spPr>
          <a:xfrm>
            <a:off x="6165735" y="2246850"/>
            <a:ext cx="886853" cy="52230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588ED1C4-09B9-938D-0A1F-DD7F0E659952}"/>
              </a:ext>
            </a:extLst>
          </p:cNvPr>
          <p:cNvCxnSpPr>
            <a:cxnSpLocks/>
            <a:stCxn id="646" idx="2"/>
            <a:endCxn id="660" idx="0"/>
          </p:cNvCxnSpPr>
          <p:nvPr/>
        </p:nvCxnSpPr>
        <p:spPr>
          <a:xfrm flipH="1">
            <a:off x="5930308" y="2246850"/>
            <a:ext cx="235427" cy="52230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6" name="直接连接符 285">
            <a:extLst>
              <a:ext uri="{FF2B5EF4-FFF2-40B4-BE49-F238E27FC236}">
                <a16:creationId xmlns:a16="http://schemas.microsoft.com/office/drawing/2014/main" id="{79E7530E-BDB0-8561-69CA-2D613F2BFF37}"/>
              </a:ext>
            </a:extLst>
          </p:cNvPr>
          <p:cNvCxnSpPr>
            <a:cxnSpLocks/>
            <a:stCxn id="647" idx="2"/>
            <a:endCxn id="662" idx="0"/>
          </p:cNvCxnSpPr>
          <p:nvPr/>
        </p:nvCxnSpPr>
        <p:spPr>
          <a:xfrm>
            <a:off x="4078834" y="2245440"/>
            <a:ext cx="916039" cy="5391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直接连接符 286">
            <a:extLst>
              <a:ext uri="{FF2B5EF4-FFF2-40B4-BE49-F238E27FC236}">
                <a16:creationId xmlns:a16="http://schemas.microsoft.com/office/drawing/2014/main" id="{FA32EE2D-07C0-C0EB-4284-08FF351473C2}"/>
              </a:ext>
            </a:extLst>
          </p:cNvPr>
          <p:cNvCxnSpPr>
            <a:cxnSpLocks/>
            <a:stCxn id="647" idx="2"/>
            <a:endCxn id="663" idx="0"/>
          </p:cNvCxnSpPr>
          <p:nvPr/>
        </p:nvCxnSpPr>
        <p:spPr>
          <a:xfrm>
            <a:off x="4078834" y="2245440"/>
            <a:ext cx="7714" cy="51873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矩形: 圆角 441">
                <a:extLst>
                  <a:ext uri="{FF2B5EF4-FFF2-40B4-BE49-F238E27FC236}">
                    <a16:creationId xmlns:a16="http://schemas.microsoft.com/office/drawing/2014/main" id="{4BDE84B2-C482-98C7-5364-FE18C7EED258}"/>
                  </a:ext>
                </a:extLst>
              </p:cNvPr>
              <p:cNvSpPr/>
              <p:nvPr/>
            </p:nvSpPr>
            <p:spPr>
              <a:xfrm>
                <a:off x="5733819" y="444500"/>
                <a:ext cx="863831" cy="749300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42" name="矩形: 圆角 441">
                <a:extLst>
                  <a:ext uri="{FF2B5EF4-FFF2-40B4-BE49-F238E27FC236}">
                    <a16:creationId xmlns:a16="http://schemas.microsoft.com/office/drawing/2014/main" id="{4BDE84B2-C482-98C7-5364-FE18C7EED2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819" y="444500"/>
                <a:ext cx="863831" cy="7493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FF236974-C58F-A69B-54B8-FE9C8CEAC80D}"/>
                  </a:ext>
                </a:extLst>
              </p:cNvPr>
              <p:cNvSpPr/>
              <p:nvPr/>
            </p:nvSpPr>
            <p:spPr>
              <a:xfrm>
                <a:off x="2647066" y="2764171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FF236974-C58F-A69B-54B8-FE9C8CEAC8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066" y="2764171"/>
                <a:ext cx="863831" cy="6944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" name="矩形: 圆角 644">
                <a:extLst>
                  <a:ext uri="{FF2B5EF4-FFF2-40B4-BE49-F238E27FC236}">
                    <a16:creationId xmlns:a16="http://schemas.microsoft.com/office/drawing/2014/main" id="{A5BCCA9D-6D4A-F6CD-E069-3231BF1F0544}"/>
                  </a:ext>
                </a:extLst>
              </p:cNvPr>
              <p:cNvSpPr/>
              <p:nvPr/>
            </p:nvSpPr>
            <p:spPr>
              <a:xfrm>
                <a:off x="7820720" y="1551034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45" name="矩形: 圆角 644">
                <a:extLst>
                  <a:ext uri="{FF2B5EF4-FFF2-40B4-BE49-F238E27FC236}">
                    <a16:creationId xmlns:a16="http://schemas.microsoft.com/office/drawing/2014/main" id="{A5BCCA9D-6D4A-F6CD-E069-3231BF1F05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720" y="1551034"/>
                <a:ext cx="863831" cy="6944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6" name="矩形: 圆角 645">
                <a:extLst>
                  <a:ext uri="{FF2B5EF4-FFF2-40B4-BE49-F238E27FC236}">
                    <a16:creationId xmlns:a16="http://schemas.microsoft.com/office/drawing/2014/main" id="{F9B32144-E1BB-589F-7C5E-D707F389B3E9}"/>
                  </a:ext>
                </a:extLst>
              </p:cNvPr>
              <p:cNvSpPr/>
              <p:nvPr/>
            </p:nvSpPr>
            <p:spPr>
              <a:xfrm>
                <a:off x="5733819" y="1552443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46" name="矩形: 圆角 645">
                <a:extLst>
                  <a:ext uri="{FF2B5EF4-FFF2-40B4-BE49-F238E27FC236}">
                    <a16:creationId xmlns:a16="http://schemas.microsoft.com/office/drawing/2014/main" id="{F9B32144-E1BB-589F-7C5E-D707F389B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819" y="1552443"/>
                <a:ext cx="863831" cy="69440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7" name="矩形: 圆角 646">
                <a:extLst>
                  <a:ext uri="{FF2B5EF4-FFF2-40B4-BE49-F238E27FC236}">
                    <a16:creationId xmlns:a16="http://schemas.microsoft.com/office/drawing/2014/main" id="{F7D21694-5C27-D7F9-09E4-03BB95DF771F}"/>
                  </a:ext>
                </a:extLst>
              </p:cNvPr>
              <p:cNvSpPr/>
              <p:nvPr/>
            </p:nvSpPr>
            <p:spPr>
              <a:xfrm>
                <a:off x="3646918" y="1551033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47" name="矩形: 圆角 646">
                <a:extLst>
                  <a:ext uri="{FF2B5EF4-FFF2-40B4-BE49-F238E27FC236}">
                    <a16:creationId xmlns:a16="http://schemas.microsoft.com/office/drawing/2014/main" id="{F7D21694-5C27-D7F9-09E4-03BB95DF77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918" y="1551033"/>
                <a:ext cx="863831" cy="69440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8" name="椭圆 647">
                <a:extLst>
                  <a:ext uri="{FF2B5EF4-FFF2-40B4-BE49-F238E27FC236}">
                    <a16:creationId xmlns:a16="http://schemas.microsoft.com/office/drawing/2014/main" id="{5C9C01FA-3427-9464-63B7-36AB1D3173F4}"/>
                  </a:ext>
                </a:extLst>
              </p:cNvPr>
              <p:cNvSpPr/>
              <p:nvPr/>
            </p:nvSpPr>
            <p:spPr>
              <a:xfrm>
                <a:off x="8123778" y="4187986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8" name="椭圆 647">
                <a:extLst>
                  <a:ext uri="{FF2B5EF4-FFF2-40B4-BE49-F238E27FC236}">
                    <a16:creationId xmlns:a16="http://schemas.microsoft.com/office/drawing/2014/main" id="{5C9C01FA-3427-9464-63B7-36AB1D3173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778" y="4187986"/>
                <a:ext cx="863831" cy="694407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9" name="椭圆 648">
                <a:extLst>
                  <a:ext uri="{FF2B5EF4-FFF2-40B4-BE49-F238E27FC236}">
                    <a16:creationId xmlns:a16="http://schemas.microsoft.com/office/drawing/2014/main" id="{F72480EE-9EB8-698D-960A-1807B58A2FB9}"/>
                  </a:ext>
                </a:extLst>
              </p:cNvPr>
              <p:cNvSpPr/>
              <p:nvPr/>
            </p:nvSpPr>
            <p:spPr>
              <a:xfrm>
                <a:off x="9016310" y="4187986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9" name="椭圆 648">
                <a:extLst>
                  <a:ext uri="{FF2B5EF4-FFF2-40B4-BE49-F238E27FC236}">
                    <a16:creationId xmlns:a16="http://schemas.microsoft.com/office/drawing/2014/main" id="{F72480EE-9EB8-698D-960A-1807B58A2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6310" y="4187986"/>
                <a:ext cx="863831" cy="694407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0" name="椭圆 649">
                <a:extLst>
                  <a:ext uri="{FF2B5EF4-FFF2-40B4-BE49-F238E27FC236}">
                    <a16:creationId xmlns:a16="http://schemas.microsoft.com/office/drawing/2014/main" id="{05AC09C9-B934-1B1A-2982-7F2491B19699}"/>
                  </a:ext>
                </a:extLst>
              </p:cNvPr>
              <p:cNvSpPr/>
              <p:nvPr/>
            </p:nvSpPr>
            <p:spPr>
              <a:xfrm>
                <a:off x="9908842" y="4187986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0" name="椭圆 649">
                <a:extLst>
                  <a:ext uri="{FF2B5EF4-FFF2-40B4-BE49-F238E27FC236}">
                    <a16:creationId xmlns:a16="http://schemas.microsoft.com/office/drawing/2014/main" id="{05AC09C9-B934-1B1A-2982-7F2491B196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842" y="4187986"/>
                <a:ext cx="863831" cy="69440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1" name="椭圆 650">
                <a:extLst>
                  <a:ext uri="{FF2B5EF4-FFF2-40B4-BE49-F238E27FC236}">
                    <a16:creationId xmlns:a16="http://schemas.microsoft.com/office/drawing/2014/main" id="{A39099BD-FC26-0EC9-DFB1-58C411728F39}"/>
                  </a:ext>
                </a:extLst>
              </p:cNvPr>
              <p:cNvSpPr/>
              <p:nvPr/>
            </p:nvSpPr>
            <p:spPr>
              <a:xfrm>
                <a:off x="7231246" y="4187987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1" name="椭圆 650">
                <a:extLst>
                  <a:ext uri="{FF2B5EF4-FFF2-40B4-BE49-F238E27FC236}">
                    <a16:creationId xmlns:a16="http://schemas.microsoft.com/office/drawing/2014/main" id="{A39099BD-FC26-0EC9-DFB1-58C411728F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246" y="4187987"/>
                <a:ext cx="863831" cy="69440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2" name="椭圆 651">
                <a:extLst>
                  <a:ext uri="{FF2B5EF4-FFF2-40B4-BE49-F238E27FC236}">
                    <a16:creationId xmlns:a16="http://schemas.microsoft.com/office/drawing/2014/main" id="{CFB6E959-E3CD-CB9C-D34E-66ADF7A6741C}"/>
                  </a:ext>
                </a:extLst>
              </p:cNvPr>
              <p:cNvSpPr/>
              <p:nvPr/>
            </p:nvSpPr>
            <p:spPr>
              <a:xfrm>
                <a:off x="4465280" y="4187988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2" name="椭圆 651">
                <a:extLst>
                  <a:ext uri="{FF2B5EF4-FFF2-40B4-BE49-F238E27FC236}">
                    <a16:creationId xmlns:a16="http://schemas.microsoft.com/office/drawing/2014/main" id="{CFB6E959-E3CD-CB9C-D34E-66ADF7A67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280" y="4187988"/>
                <a:ext cx="863831" cy="694407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3" name="椭圆 652">
                <a:extLst>
                  <a:ext uri="{FF2B5EF4-FFF2-40B4-BE49-F238E27FC236}">
                    <a16:creationId xmlns:a16="http://schemas.microsoft.com/office/drawing/2014/main" id="{99BFAE10-E8EA-7E31-FF79-B81848F11C54}"/>
                  </a:ext>
                </a:extLst>
              </p:cNvPr>
              <p:cNvSpPr/>
              <p:nvPr/>
            </p:nvSpPr>
            <p:spPr>
              <a:xfrm>
                <a:off x="5417468" y="4188319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3" name="椭圆 652">
                <a:extLst>
                  <a:ext uri="{FF2B5EF4-FFF2-40B4-BE49-F238E27FC236}">
                    <a16:creationId xmlns:a16="http://schemas.microsoft.com/office/drawing/2014/main" id="{99BFAE10-E8EA-7E31-FF79-B81848F11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468" y="4188319"/>
                <a:ext cx="863831" cy="69440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4" name="椭圆 653">
                <a:extLst>
                  <a:ext uri="{FF2B5EF4-FFF2-40B4-BE49-F238E27FC236}">
                    <a16:creationId xmlns:a16="http://schemas.microsoft.com/office/drawing/2014/main" id="{E220D305-3738-3C46-D715-51D60563F283}"/>
                  </a:ext>
                </a:extLst>
              </p:cNvPr>
              <p:cNvSpPr/>
              <p:nvPr/>
            </p:nvSpPr>
            <p:spPr>
              <a:xfrm>
                <a:off x="3542796" y="4187988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4" name="椭圆 653">
                <a:extLst>
                  <a:ext uri="{FF2B5EF4-FFF2-40B4-BE49-F238E27FC236}">
                    <a16:creationId xmlns:a16="http://schemas.microsoft.com/office/drawing/2014/main" id="{E220D305-3738-3C46-D715-51D60563F2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796" y="4187988"/>
                <a:ext cx="863831" cy="694407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5" name="椭圆 654">
                <a:extLst>
                  <a:ext uri="{FF2B5EF4-FFF2-40B4-BE49-F238E27FC236}">
                    <a16:creationId xmlns:a16="http://schemas.microsoft.com/office/drawing/2014/main" id="{13917A29-D473-FAF2-44BD-B31D42254E9D}"/>
                  </a:ext>
                </a:extLst>
              </p:cNvPr>
              <p:cNvSpPr/>
              <p:nvPr/>
            </p:nvSpPr>
            <p:spPr>
              <a:xfrm>
                <a:off x="2647066" y="4187989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5" name="椭圆 654">
                <a:extLst>
                  <a:ext uri="{FF2B5EF4-FFF2-40B4-BE49-F238E27FC236}">
                    <a16:creationId xmlns:a16="http://schemas.microsoft.com/office/drawing/2014/main" id="{13917A29-D473-FAF2-44BD-B31D42254E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066" y="4187989"/>
                <a:ext cx="863831" cy="694407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6" name="椭圆 655">
                <a:extLst>
                  <a:ext uri="{FF2B5EF4-FFF2-40B4-BE49-F238E27FC236}">
                    <a16:creationId xmlns:a16="http://schemas.microsoft.com/office/drawing/2014/main" id="{C85879E9-4297-92AE-DA9A-88AAC587E019}"/>
                  </a:ext>
                </a:extLst>
              </p:cNvPr>
              <p:cNvSpPr/>
              <p:nvPr/>
            </p:nvSpPr>
            <p:spPr>
              <a:xfrm>
                <a:off x="1740188" y="4193949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6" name="椭圆 655">
                <a:extLst>
                  <a:ext uri="{FF2B5EF4-FFF2-40B4-BE49-F238E27FC236}">
                    <a16:creationId xmlns:a16="http://schemas.microsoft.com/office/drawing/2014/main" id="{C85879E9-4297-92AE-DA9A-88AAC587E0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188" y="4193949"/>
                <a:ext cx="863831" cy="694407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8" name="矩形: 圆角 657">
                <a:extLst>
                  <a:ext uri="{FF2B5EF4-FFF2-40B4-BE49-F238E27FC236}">
                    <a16:creationId xmlns:a16="http://schemas.microsoft.com/office/drawing/2014/main" id="{30C7C000-98AC-39E6-91D8-88D4B5CAC707}"/>
                  </a:ext>
                </a:extLst>
              </p:cNvPr>
              <p:cNvSpPr/>
              <p:nvPr/>
            </p:nvSpPr>
            <p:spPr>
              <a:xfrm>
                <a:off x="6620672" y="2769153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58" name="矩形: 圆角 657">
                <a:extLst>
                  <a:ext uri="{FF2B5EF4-FFF2-40B4-BE49-F238E27FC236}">
                    <a16:creationId xmlns:a16="http://schemas.microsoft.com/office/drawing/2014/main" id="{30C7C000-98AC-39E6-91D8-88D4B5CAC7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672" y="2769153"/>
                <a:ext cx="863831" cy="694407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9" name="矩形: 圆角 658">
                <a:extLst>
                  <a:ext uri="{FF2B5EF4-FFF2-40B4-BE49-F238E27FC236}">
                    <a16:creationId xmlns:a16="http://schemas.microsoft.com/office/drawing/2014/main" id="{2307874D-4DCD-5DB8-5D93-6660972A8009}"/>
                  </a:ext>
                </a:extLst>
              </p:cNvPr>
              <p:cNvSpPr/>
              <p:nvPr/>
            </p:nvSpPr>
            <p:spPr>
              <a:xfrm>
                <a:off x="8953445" y="2779568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59" name="矩形: 圆角 658">
                <a:extLst>
                  <a:ext uri="{FF2B5EF4-FFF2-40B4-BE49-F238E27FC236}">
                    <a16:creationId xmlns:a16="http://schemas.microsoft.com/office/drawing/2014/main" id="{2307874D-4DCD-5DB8-5D93-6660972A80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445" y="2779568"/>
                <a:ext cx="863831" cy="694407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0" name="矩形: 圆角 659">
                <a:extLst>
                  <a:ext uri="{FF2B5EF4-FFF2-40B4-BE49-F238E27FC236}">
                    <a16:creationId xmlns:a16="http://schemas.microsoft.com/office/drawing/2014/main" id="{18A8F746-B01E-0722-54FB-28D490D3E37E}"/>
                  </a:ext>
                </a:extLst>
              </p:cNvPr>
              <p:cNvSpPr/>
              <p:nvPr/>
            </p:nvSpPr>
            <p:spPr>
              <a:xfrm>
                <a:off x="5498392" y="2769153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60" name="矩形: 圆角 659">
                <a:extLst>
                  <a:ext uri="{FF2B5EF4-FFF2-40B4-BE49-F238E27FC236}">
                    <a16:creationId xmlns:a16="http://schemas.microsoft.com/office/drawing/2014/main" id="{18A8F746-B01E-0722-54FB-28D490D3E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392" y="2769153"/>
                <a:ext cx="863831" cy="694407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1" name="椭圆 660">
                <a:extLst>
                  <a:ext uri="{FF2B5EF4-FFF2-40B4-BE49-F238E27FC236}">
                    <a16:creationId xmlns:a16="http://schemas.microsoft.com/office/drawing/2014/main" id="{9AF5BBBB-1AC3-4319-0E10-0D1178FD4854}"/>
                  </a:ext>
                </a:extLst>
              </p:cNvPr>
              <p:cNvSpPr/>
              <p:nvPr/>
            </p:nvSpPr>
            <p:spPr>
              <a:xfrm>
                <a:off x="7680991" y="2789369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61" name="椭圆 660">
                <a:extLst>
                  <a:ext uri="{FF2B5EF4-FFF2-40B4-BE49-F238E27FC236}">
                    <a16:creationId xmlns:a16="http://schemas.microsoft.com/office/drawing/2014/main" id="{9AF5BBBB-1AC3-4319-0E10-0D1178FD4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91" y="2789369"/>
                <a:ext cx="863831" cy="694407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2" name="椭圆 661">
                <a:extLst>
                  <a:ext uri="{FF2B5EF4-FFF2-40B4-BE49-F238E27FC236}">
                    <a16:creationId xmlns:a16="http://schemas.microsoft.com/office/drawing/2014/main" id="{16D1F6DE-B21D-099E-3B20-65EC4E3CF567}"/>
                  </a:ext>
                </a:extLst>
              </p:cNvPr>
              <p:cNvSpPr/>
              <p:nvPr/>
            </p:nvSpPr>
            <p:spPr>
              <a:xfrm>
                <a:off x="4562957" y="2784635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62" name="椭圆 661">
                <a:extLst>
                  <a:ext uri="{FF2B5EF4-FFF2-40B4-BE49-F238E27FC236}">
                    <a16:creationId xmlns:a16="http://schemas.microsoft.com/office/drawing/2014/main" id="{16D1F6DE-B21D-099E-3B20-65EC4E3CF5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957" y="2784635"/>
                <a:ext cx="863831" cy="694407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3" name="椭圆 662">
                <a:extLst>
                  <a:ext uri="{FF2B5EF4-FFF2-40B4-BE49-F238E27FC236}">
                    <a16:creationId xmlns:a16="http://schemas.microsoft.com/office/drawing/2014/main" id="{F4128C7D-13BA-751E-9A5F-ADDDDFAC1E1D}"/>
                  </a:ext>
                </a:extLst>
              </p:cNvPr>
              <p:cNvSpPr/>
              <p:nvPr/>
            </p:nvSpPr>
            <p:spPr>
              <a:xfrm>
                <a:off x="3654632" y="2764172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63" name="椭圆 662">
                <a:extLst>
                  <a:ext uri="{FF2B5EF4-FFF2-40B4-BE49-F238E27FC236}">
                    <a16:creationId xmlns:a16="http://schemas.microsoft.com/office/drawing/2014/main" id="{F4128C7D-13BA-751E-9A5F-ADDDDFAC1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632" y="2764172"/>
                <a:ext cx="863831" cy="694407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8" name="椭圆 737">
                <a:extLst>
                  <a:ext uri="{FF2B5EF4-FFF2-40B4-BE49-F238E27FC236}">
                    <a16:creationId xmlns:a16="http://schemas.microsoft.com/office/drawing/2014/main" id="{25AE2931-EBC2-E544-CAB8-240B7DA5F2D8}"/>
                  </a:ext>
                </a:extLst>
              </p:cNvPr>
              <p:cNvSpPr/>
              <p:nvPr/>
            </p:nvSpPr>
            <p:spPr>
              <a:xfrm>
                <a:off x="6338715" y="4187988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38" name="椭圆 737">
                <a:extLst>
                  <a:ext uri="{FF2B5EF4-FFF2-40B4-BE49-F238E27FC236}">
                    <a16:creationId xmlns:a16="http://schemas.microsoft.com/office/drawing/2014/main" id="{25AE2931-EBC2-E544-CAB8-240B7DA5F2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715" y="4187988"/>
                <a:ext cx="863831" cy="694407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579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B1BE-097B-59A4-DB12-A100A597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805B627-111F-5C22-999A-EB430B45D0CA}"/>
              </a:ext>
            </a:extLst>
          </p:cNvPr>
          <p:cNvCxnSpPr>
            <a:cxnSpLocks/>
            <a:stCxn id="442" idx="2"/>
            <a:endCxn id="646" idx="0"/>
          </p:cNvCxnSpPr>
          <p:nvPr/>
        </p:nvCxnSpPr>
        <p:spPr>
          <a:xfrm flipH="1">
            <a:off x="2960184" y="1193800"/>
            <a:ext cx="3205551" cy="48346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95E07BB-D066-0E6D-014A-23EA51E65CF6}"/>
              </a:ext>
            </a:extLst>
          </p:cNvPr>
          <p:cNvCxnSpPr>
            <a:cxnSpLocks/>
            <a:stCxn id="442" idx="2"/>
            <a:endCxn id="645" idx="0"/>
          </p:cNvCxnSpPr>
          <p:nvPr/>
        </p:nvCxnSpPr>
        <p:spPr>
          <a:xfrm>
            <a:off x="6165735" y="1193800"/>
            <a:ext cx="0" cy="48860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7533D97-8F21-7308-A8CE-61458E7C62B5}"/>
              </a:ext>
            </a:extLst>
          </p:cNvPr>
          <p:cNvCxnSpPr>
            <a:cxnSpLocks/>
            <a:stCxn id="442" idx="2"/>
            <a:endCxn id="647" idx="0"/>
          </p:cNvCxnSpPr>
          <p:nvPr/>
        </p:nvCxnSpPr>
        <p:spPr>
          <a:xfrm flipH="1">
            <a:off x="4562960" y="1193800"/>
            <a:ext cx="1602775" cy="49072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2" name="直接连接符 391">
            <a:extLst>
              <a:ext uri="{FF2B5EF4-FFF2-40B4-BE49-F238E27FC236}">
                <a16:creationId xmlns:a16="http://schemas.microsoft.com/office/drawing/2014/main" id="{A3260D82-40B2-9A26-2D76-9535D7C11C43}"/>
              </a:ext>
            </a:extLst>
          </p:cNvPr>
          <p:cNvCxnSpPr>
            <a:cxnSpLocks/>
            <a:stCxn id="647" idx="2"/>
            <a:endCxn id="656" idx="0"/>
          </p:cNvCxnSpPr>
          <p:nvPr/>
        </p:nvCxnSpPr>
        <p:spPr>
          <a:xfrm>
            <a:off x="4562960" y="2378927"/>
            <a:ext cx="201905" cy="47855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3" name="直接连接符 392">
            <a:extLst>
              <a:ext uri="{FF2B5EF4-FFF2-40B4-BE49-F238E27FC236}">
                <a16:creationId xmlns:a16="http://schemas.microsoft.com/office/drawing/2014/main" id="{D96D4832-672A-EE88-B1AB-0A9009C1DC3C}"/>
              </a:ext>
            </a:extLst>
          </p:cNvPr>
          <p:cNvCxnSpPr>
            <a:cxnSpLocks/>
            <a:stCxn id="644" idx="2"/>
            <a:endCxn id="655" idx="0"/>
          </p:cNvCxnSpPr>
          <p:nvPr/>
        </p:nvCxnSpPr>
        <p:spPr>
          <a:xfrm flipH="1">
            <a:off x="7625278" y="2380725"/>
            <a:ext cx="143232" cy="47676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4" name="直接连接符 393">
            <a:extLst>
              <a:ext uri="{FF2B5EF4-FFF2-40B4-BE49-F238E27FC236}">
                <a16:creationId xmlns:a16="http://schemas.microsoft.com/office/drawing/2014/main" id="{7B5A0079-0EAB-B147-A119-CA7D8AFAD9AE}"/>
              </a:ext>
            </a:extLst>
          </p:cNvPr>
          <p:cNvCxnSpPr>
            <a:cxnSpLocks/>
            <a:stCxn id="644" idx="2"/>
            <a:endCxn id="654" idx="0"/>
          </p:cNvCxnSpPr>
          <p:nvPr/>
        </p:nvCxnSpPr>
        <p:spPr>
          <a:xfrm>
            <a:off x="7768510" y="2380725"/>
            <a:ext cx="754797" cy="47914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5" name="直接连接符 394">
            <a:extLst>
              <a:ext uri="{FF2B5EF4-FFF2-40B4-BE49-F238E27FC236}">
                <a16:creationId xmlns:a16="http://schemas.microsoft.com/office/drawing/2014/main" id="{273A1D1D-ADFD-D22F-A4D4-F1442BA566B0}"/>
              </a:ext>
            </a:extLst>
          </p:cNvPr>
          <p:cNvCxnSpPr>
            <a:cxnSpLocks/>
            <a:stCxn id="660" idx="2"/>
            <a:endCxn id="653" idx="1"/>
          </p:cNvCxnSpPr>
          <p:nvPr/>
        </p:nvCxnSpPr>
        <p:spPr>
          <a:xfrm>
            <a:off x="9371285" y="2380725"/>
            <a:ext cx="754825" cy="57967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6" name="直接连接符 395">
            <a:extLst>
              <a:ext uri="{FF2B5EF4-FFF2-40B4-BE49-F238E27FC236}">
                <a16:creationId xmlns:a16="http://schemas.microsoft.com/office/drawing/2014/main" id="{C8A20521-6D46-17C6-21B5-100E88FDD51A}"/>
              </a:ext>
            </a:extLst>
          </p:cNvPr>
          <p:cNvCxnSpPr>
            <a:cxnSpLocks/>
            <a:stCxn id="658" idx="2"/>
            <a:endCxn id="738" idx="0"/>
          </p:cNvCxnSpPr>
          <p:nvPr/>
        </p:nvCxnSpPr>
        <p:spPr>
          <a:xfrm flipH="1">
            <a:off x="4220319" y="3555020"/>
            <a:ext cx="1484476" cy="48745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7" name="直接连接符 396">
            <a:extLst>
              <a:ext uri="{FF2B5EF4-FFF2-40B4-BE49-F238E27FC236}">
                <a16:creationId xmlns:a16="http://schemas.microsoft.com/office/drawing/2014/main" id="{2BC61AC9-19B4-7F17-CA3F-2C2F6D5D7441}"/>
              </a:ext>
            </a:extLst>
          </p:cNvPr>
          <p:cNvCxnSpPr>
            <a:cxnSpLocks/>
            <a:stCxn id="658" idx="2"/>
            <a:endCxn id="651" idx="0"/>
          </p:cNvCxnSpPr>
          <p:nvPr/>
        </p:nvCxnSpPr>
        <p:spPr>
          <a:xfrm flipH="1">
            <a:off x="5222772" y="3555020"/>
            <a:ext cx="482023" cy="48745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9" name="直接连接符 398">
            <a:extLst>
              <a:ext uri="{FF2B5EF4-FFF2-40B4-BE49-F238E27FC236}">
                <a16:creationId xmlns:a16="http://schemas.microsoft.com/office/drawing/2014/main" id="{CAC05653-4E16-64D4-EF0C-553C02E7494A}"/>
              </a:ext>
            </a:extLst>
          </p:cNvPr>
          <p:cNvCxnSpPr>
            <a:cxnSpLocks/>
            <a:stCxn id="660" idx="2"/>
            <a:endCxn id="652" idx="0"/>
          </p:cNvCxnSpPr>
          <p:nvPr/>
        </p:nvCxnSpPr>
        <p:spPr>
          <a:xfrm>
            <a:off x="9371285" y="2380725"/>
            <a:ext cx="106129" cy="47464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79BF10CE-925A-150D-1552-063A999221D2}"/>
              </a:ext>
            </a:extLst>
          </p:cNvPr>
          <p:cNvCxnSpPr>
            <a:cxnSpLocks/>
            <a:stCxn id="659" idx="2"/>
            <a:endCxn id="648" idx="0"/>
          </p:cNvCxnSpPr>
          <p:nvPr/>
        </p:nvCxnSpPr>
        <p:spPr>
          <a:xfrm flipH="1">
            <a:off x="6241163" y="3549546"/>
            <a:ext cx="431916" cy="49292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8" name="直接连接符 427">
            <a:extLst>
              <a:ext uri="{FF2B5EF4-FFF2-40B4-BE49-F238E27FC236}">
                <a16:creationId xmlns:a16="http://schemas.microsoft.com/office/drawing/2014/main" id="{530CFBBE-773F-BD6C-83E0-B2EC2D23C43C}"/>
              </a:ext>
            </a:extLst>
          </p:cNvPr>
          <p:cNvCxnSpPr>
            <a:cxnSpLocks/>
            <a:stCxn id="659" idx="2"/>
            <a:endCxn id="649" idx="0"/>
          </p:cNvCxnSpPr>
          <p:nvPr/>
        </p:nvCxnSpPr>
        <p:spPr>
          <a:xfrm>
            <a:off x="6673079" y="3549546"/>
            <a:ext cx="537313" cy="49292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5" name="直接连接符 434">
            <a:extLst>
              <a:ext uri="{FF2B5EF4-FFF2-40B4-BE49-F238E27FC236}">
                <a16:creationId xmlns:a16="http://schemas.microsoft.com/office/drawing/2014/main" id="{BDE87D56-CC35-675B-F44C-0E02C142998F}"/>
              </a:ext>
            </a:extLst>
          </p:cNvPr>
          <p:cNvCxnSpPr>
            <a:cxnSpLocks/>
            <a:stCxn id="659" idx="2"/>
            <a:endCxn id="650" idx="0"/>
          </p:cNvCxnSpPr>
          <p:nvPr/>
        </p:nvCxnSpPr>
        <p:spPr>
          <a:xfrm>
            <a:off x="6673079" y="3549546"/>
            <a:ext cx="1571274" cy="48842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A60FB10F-8F8B-C0FA-AF1C-AC17463A43B6}"/>
              </a:ext>
            </a:extLst>
          </p:cNvPr>
          <p:cNvCxnSpPr>
            <a:cxnSpLocks/>
            <a:stCxn id="442" idx="2"/>
            <a:endCxn id="644" idx="0"/>
          </p:cNvCxnSpPr>
          <p:nvPr/>
        </p:nvCxnSpPr>
        <p:spPr>
          <a:xfrm>
            <a:off x="6165735" y="1193800"/>
            <a:ext cx="1602775" cy="49251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直接连接符 263">
            <a:extLst>
              <a:ext uri="{FF2B5EF4-FFF2-40B4-BE49-F238E27FC236}">
                <a16:creationId xmlns:a16="http://schemas.microsoft.com/office/drawing/2014/main" id="{52D87F79-0058-5703-2649-0827FFCF223C}"/>
              </a:ext>
            </a:extLst>
          </p:cNvPr>
          <p:cNvCxnSpPr>
            <a:cxnSpLocks/>
            <a:stCxn id="647" idx="2"/>
            <a:endCxn id="661" idx="0"/>
          </p:cNvCxnSpPr>
          <p:nvPr/>
        </p:nvCxnSpPr>
        <p:spPr>
          <a:xfrm flipH="1">
            <a:off x="3804258" y="2378927"/>
            <a:ext cx="758702" cy="47644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AF61B3B7-8BE1-2225-5775-AE0CBA1F3594}"/>
              </a:ext>
            </a:extLst>
          </p:cNvPr>
          <p:cNvCxnSpPr>
            <a:cxnSpLocks/>
            <a:stCxn id="442" idx="2"/>
            <a:endCxn id="660" idx="0"/>
          </p:cNvCxnSpPr>
          <p:nvPr/>
        </p:nvCxnSpPr>
        <p:spPr>
          <a:xfrm>
            <a:off x="6165735" y="1193800"/>
            <a:ext cx="3205550" cy="49251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D20A6582-98FC-6A83-6039-B16006DA46A8}"/>
              </a:ext>
            </a:extLst>
          </p:cNvPr>
          <p:cNvCxnSpPr>
            <a:cxnSpLocks/>
            <a:stCxn id="645" idx="2"/>
            <a:endCxn id="658" idx="0"/>
          </p:cNvCxnSpPr>
          <p:nvPr/>
        </p:nvCxnSpPr>
        <p:spPr>
          <a:xfrm flipH="1">
            <a:off x="5704795" y="2376809"/>
            <a:ext cx="460940" cy="48380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8F57992D-4354-A6E2-C49F-2393A9E44BF0}"/>
              </a:ext>
            </a:extLst>
          </p:cNvPr>
          <p:cNvCxnSpPr>
            <a:cxnSpLocks/>
            <a:stCxn id="659" idx="0"/>
            <a:endCxn id="645" idx="2"/>
          </p:cNvCxnSpPr>
          <p:nvPr/>
        </p:nvCxnSpPr>
        <p:spPr>
          <a:xfrm flipH="1" flipV="1">
            <a:off x="6165735" y="2376809"/>
            <a:ext cx="507344" cy="47833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6" name="直接连接符 285">
            <a:extLst>
              <a:ext uri="{FF2B5EF4-FFF2-40B4-BE49-F238E27FC236}">
                <a16:creationId xmlns:a16="http://schemas.microsoft.com/office/drawing/2014/main" id="{353E6A41-813E-88F5-3485-46E83379DC96}"/>
              </a:ext>
            </a:extLst>
          </p:cNvPr>
          <p:cNvCxnSpPr>
            <a:cxnSpLocks/>
            <a:stCxn id="646" idx="2"/>
            <a:endCxn id="662" idx="0"/>
          </p:cNvCxnSpPr>
          <p:nvPr/>
        </p:nvCxnSpPr>
        <p:spPr>
          <a:xfrm flipH="1">
            <a:off x="2868470" y="2371673"/>
            <a:ext cx="91714" cy="4847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直接连接符 286">
            <a:extLst>
              <a:ext uri="{FF2B5EF4-FFF2-40B4-BE49-F238E27FC236}">
                <a16:creationId xmlns:a16="http://schemas.microsoft.com/office/drawing/2014/main" id="{D178B5E5-D24A-1765-2AB5-0F34BF476F43}"/>
              </a:ext>
            </a:extLst>
          </p:cNvPr>
          <p:cNvCxnSpPr>
            <a:cxnSpLocks/>
            <a:stCxn id="646" idx="2"/>
            <a:endCxn id="663" idx="0"/>
          </p:cNvCxnSpPr>
          <p:nvPr/>
        </p:nvCxnSpPr>
        <p:spPr>
          <a:xfrm flipH="1">
            <a:off x="1946353" y="2371673"/>
            <a:ext cx="1013831" cy="48581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2" name="矩形: 圆角 441">
                <a:extLst>
                  <a:ext uri="{FF2B5EF4-FFF2-40B4-BE49-F238E27FC236}">
                    <a16:creationId xmlns:a16="http://schemas.microsoft.com/office/drawing/2014/main" id="{45536512-63FB-0C5A-E9AB-C51A12A90CC3}"/>
                  </a:ext>
                </a:extLst>
              </p:cNvPr>
              <p:cNvSpPr/>
              <p:nvPr/>
            </p:nvSpPr>
            <p:spPr>
              <a:xfrm>
                <a:off x="5733819" y="444500"/>
                <a:ext cx="863831" cy="749300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42" name="矩形: 圆角 441">
                <a:extLst>
                  <a:ext uri="{FF2B5EF4-FFF2-40B4-BE49-F238E27FC236}">
                    <a16:creationId xmlns:a16="http://schemas.microsoft.com/office/drawing/2014/main" id="{4BDE84B2-C482-98C7-5364-FE18C7EED2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819" y="444500"/>
                <a:ext cx="863831" cy="7493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8FCBA846-60A2-DF4E-6D78-2BCEE614B27E}"/>
                  </a:ext>
                </a:extLst>
              </p:cNvPr>
              <p:cNvSpPr/>
              <p:nvPr/>
            </p:nvSpPr>
            <p:spPr>
              <a:xfrm>
                <a:off x="7336594" y="1686318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8FCBA846-60A2-DF4E-6D78-2BCEE614B2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594" y="1686318"/>
                <a:ext cx="863831" cy="6944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" name="矩形: 圆角 644">
                <a:extLst>
                  <a:ext uri="{FF2B5EF4-FFF2-40B4-BE49-F238E27FC236}">
                    <a16:creationId xmlns:a16="http://schemas.microsoft.com/office/drawing/2014/main" id="{E87C020D-78FD-36F0-BFC6-F83C0F0049E8}"/>
                  </a:ext>
                </a:extLst>
              </p:cNvPr>
              <p:cNvSpPr/>
              <p:nvPr/>
            </p:nvSpPr>
            <p:spPr>
              <a:xfrm>
                <a:off x="5733819" y="1682402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45" name="矩形: 圆角 644">
                <a:extLst>
                  <a:ext uri="{FF2B5EF4-FFF2-40B4-BE49-F238E27FC236}">
                    <a16:creationId xmlns:a16="http://schemas.microsoft.com/office/drawing/2014/main" id="{E87C020D-78FD-36F0-BFC6-F83C0F0049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819" y="1682402"/>
                <a:ext cx="863831" cy="6944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6" name="矩形: 圆角 645">
                <a:extLst>
                  <a:ext uri="{FF2B5EF4-FFF2-40B4-BE49-F238E27FC236}">
                    <a16:creationId xmlns:a16="http://schemas.microsoft.com/office/drawing/2014/main" id="{5C5E731D-0654-5774-0F3A-66BD9D719A84}"/>
                  </a:ext>
                </a:extLst>
              </p:cNvPr>
              <p:cNvSpPr/>
              <p:nvPr/>
            </p:nvSpPr>
            <p:spPr>
              <a:xfrm>
                <a:off x="2528268" y="1677266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46" name="矩形: 圆角 645">
                <a:extLst>
                  <a:ext uri="{FF2B5EF4-FFF2-40B4-BE49-F238E27FC236}">
                    <a16:creationId xmlns:a16="http://schemas.microsoft.com/office/drawing/2014/main" id="{5C5E731D-0654-5774-0F3A-66BD9D719A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268" y="1677266"/>
                <a:ext cx="863831" cy="69440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7" name="矩形: 圆角 646">
                <a:extLst>
                  <a:ext uri="{FF2B5EF4-FFF2-40B4-BE49-F238E27FC236}">
                    <a16:creationId xmlns:a16="http://schemas.microsoft.com/office/drawing/2014/main" id="{BB008C69-7AAF-2C79-663A-2F9FFBA1F643}"/>
                  </a:ext>
                </a:extLst>
              </p:cNvPr>
              <p:cNvSpPr/>
              <p:nvPr/>
            </p:nvSpPr>
            <p:spPr>
              <a:xfrm>
                <a:off x="4131044" y="1684520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47" name="矩形: 圆角 646">
                <a:extLst>
                  <a:ext uri="{FF2B5EF4-FFF2-40B4-BE49-F238E27FC236}">
                    <a16:creationId xmlns:a16="http://schemas.microsoft.com/office/drawing/2014/main" id="{BB008C69-7AAF-2C79-663A-2F9FFBA1F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044" y="1684520"/>
                <a:ext cx="863831" cy="69440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8" name="椭圆 647">
                <a:extLst>
                  <a:ext uri="{FF2B5EF4-FFF2-40B4-BE49-F238E27FC236}">
                    <a16:creationId xmlns:a16="http://schemas.microsoft.com/office/drawing/2014/main" id="{247FED81-5B9E-AAA3-0811-5804F7827062}"/>
                  </a:ext>
                </a:extLst>
              </p:cNvPr>
              <p:cNvSpPr/>
              <p:nvPr/>
            </p:nvSpPr>
            <p:spPr>
              <a:xfrm>
                <a:off x="5809247" y="4042474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8" name="椭圆 647">
                <a:extLst>
                  <a:ext uri="{FF2B5EF4-FFF2-40B4-BE49-F238E27FC236}">
                    <a16:creationId xmlns:a16="http://schemas.microsoft.com/office/drawing/2014/main" id="{247FED81-5B9E-AAA3-0811-5804F78270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247" y="4042474"/>
                <a:ext cx="863831" cy="694407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9" name="椭圆 648">
                <a:extLst>
                  <a:ext uri="{FF2B5EF4-FFF2-40B4-BE49-F238E27FC236}">
                    <a16:creationId xmlns:a16="http://schemas.microsoft.com/office/drawing/2014/main" id="{064A0600-BE74-2FB9-5713-B9BADE169668}"/>
                  </a:ext>
                </a:extLst>
              </p:cNvPr>
              <p:cNvSpPr/>
              <p:nvPr/>
            </p:nvSpPr>
            <p:spPr>
              <a:xfrm>
                <a:off x="6778476" y="4042474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9" name="椭圆 648">
                <a:extLst>
                  <a:ext uri="{FF2B5EF4-FFF2-40B4-BE49-F238E27FC236}">
                    <a16:creationId xmlns:a16="http://schemas.microsoft.com/office/drawing/2014/main" id="{064A0600-BE74-2FB9-5713-B9BADE1696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476" y="4042474"/>
                <a:ext cx="863831" cy="694407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0" name="椭圆 649">
                <a:extLst>
                  <a:ext uri="{FF2B5EF4-FFF2-40B4-BE49-F238E27FC236}">
                    <a16:creationId xmlns:a16="http://schemas.microsoft.com/office/drawing/2014/main" id="{CCCE97A0-FAA2-705F-1B16-8DDA8C5D4CE9}"/>
                  </a:ext>
                </a:extLst>
              </p:cNvPr>
              <p:cNvSpPr/>
              <p:nvPr/>
            </p:nvSpPr>
            <p:spPr>
              <a:xfrm>
                <a:off x="7812437" y="4037972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0" name="椭圆 649">
                <a:extLst>
                  <a:ext uri="{FF2B5EF4-FFF2-40B4-BE49-F238E27FC236}">
                    <a16:creationId xmlns:a16="http://schemas.microsoft.com/office/drawing/2014/main" id="{CCCE97A0-FAA2-705F-1B16-8DDA8C5D4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437" y="4037972"/>
                <a:ext cx="863831" cy="69440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1" name="椭圆 650">
                <a:extLst>
                  <a:ext uri="{FF2B5EF4-FFF2-40B4-BE49-F238E27FC236}">
                    <a16:creationId xmlns:a16="http://schemas.microsoft.com/office/drawing/2014/main" id="{948D59F1-83DF-7F51-576A-AE701FF9BC57}"/>
                  </a:ext>
                </a:extLst>
              </p:cNvPr>
              <p:cNvSpPr/>
              <p:nvPr/>
            </p:nvSpPr>
            <p:spPr>
              <a:xfrm>
                <a:off x="4790856" y="4042474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1" name="椭圆 650">
                <a:extLst>
                  <a:ext uri="{FF2B5EF4-FFF2-40B4-BE49-F238E27FC236}">
                    <a16:creationId xmlns:a16="http://schemas.microsoft.com/office/drawing/2014/main" id="{948D59F1-83DF-7F51-576A-AE701FF9BC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56" y="4042474"/>
                <a:ext cx="863831" cy="69440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2" name="椭圆 651">
                <a:extLst>
                  <a:ext uri="{FF2B5EF4-FFF2-40B4-BE49-F238E27FC236}">
                    <a16:creationId xmlns:a16="http://schemas.microsoft.com/office/drawing/2014/main" id="{5C0D9A7A-909F-0EBF-FFBE-C3159276B08E}"/>
                  </a:ext>
                </a:extLst>
              </p:cNvPr>
              <p:cNvSpPr/>
              <p:nvPr/>
            </p:nvSpPr>
            <p:spPr>
              <a:xfrm>
                <a:off x="9045498" y="2855368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2" name="椭圆 651">
                <a:extLst>
                  <a:ext uri="{FF2B5EF4-FFF2-40B4-BE49-F238E27FC236}">
                    <a16:creationId xmlns:a16="http://schemas.microsoft.com/office/drawing/2014/main" id="{5C0D9A7A-909F-0EBF-FFBE-C3159276B0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498" y="2855368"/>
                <a:ext cx="863831" cy="694407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3" name="椭圆 652">
                <a:extLst>
                  <a:ext uri="{FF2B5EF4-FFF2-40B4-BE49-F238E27FC236}">
                    <a16:creationId xmlns:a16="http://schemas.microsoft.com/office/drawing/2014/main" id="{6D79BEE3-DED2-D314-1647-A0463F1F60CC}"/>
                  </a:ext>
                </a:extLst>
              </p:cNvPr>
              <p:cNvSpPr/>
              <p:nvPr/>
            </p:nvSpPr>
            <p:spPr>
              <a:xfrm>
                <a:off x="9999605" y="2858704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3" name="椭圆 652">
                <a:extLst>
                  <a:ext uri="{FF2B5EF4-FFF2-40B4-BE49-F238E27FC236}">
                    <a16:creationId xmlns:a16="http://schemas.microsoft.com/office/drawing/2014/main" id="{6D79BEE3-DED2-D314-1647-A0463F1F6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9605" y="2858704"/>
                <a:ext cx="863831" cy="69440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4" name="椭圆 653">
                <a:extLst>
                  <a:ext uri="{FF2B5EF4-FFF2-40B4-BE49-F238E27FC236}">
                    <a16:creationId xmlns:a16="http://schemas.microsoft.com/office/drawing/2014/main" id="{B808E178-6D5C-BADB-B98F-DEC9E805D61F}"/>
                  </a:ext>
                </a:extLst>
              </p:cNvPr>
              <p:cNvSpPr/>
              <p:nvPr/>
            </p:nvSpPr>
            <p:spPr>
              <a:xfrm>
                <a:off x="8091391" y="2859870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4" name="椭圆 653">
                <a:extLst>
                  <a:ext uri="{FF2B5EF4-FFF2-40B4-BE49-F238E27FC236}">
                    <a16:creationId xmlns:a16="http://schemas.microsoft.com/office/drawing/2014/main" id="{B808E178-6D5C-BADB-B98F-DEC9E805D6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391" y="2859870"/>
                <a:ext cx="863831" cy="694407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5" name="椭圆 654">
                <a:extLst>
                  <a:ext uri="{FF2B5EF4-FFF2-40B4-BE49-F238E27FC236}">
                    <a16:creationId xmlns:a16="http://schemas.microsoft.com/office/drawing/2014/main" id="{B4016F38-74B8-A61E-B829-6CB35358FC6D}"/>
                  </a:ext>
                </a:extLst>
              </p:cNvPr>
              <p:cNvSpPr/>
              <p:nvPr/>
            </p:nvSpPr>
            <p:spPr>
              <a:xfrm>
                <a:off x="7193362" y="2857486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5" name="椭圆 654">
                <a:extLst>
                  <a:ext uri="{FF2B5EF4-FFF2-40B4-BE49-F238E27FC236}">
                    <a16:creationId xmlns:a16="http://schemas.microsoft.com/office/drawing/2014/main" id="{B4016F38-74B8-A61E-B829-6CB35358F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362" y="2857486"/>
                <a:ext cx="863831" cy="694407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6" name="椭圆 655">
                <a:extLst>
                  <a:ext uri="{FF2B5EF4-FFF2-40B4-BE49-F238E27FC236}">
                    <a16:creationId xmlns:a16="http://schemas.microsoft.com/office/drawing/2014/main" id="{6D518D6C-6DF0-6019-0E9C-A725BDA5A4CF}"/>
                  </a:ext>
                </a:extLst>
              </p:cNvPr>
              <p:cNvSpPr/>
              <p:nvPr/>
            </p:nvSpPr>
            <p:spPr>
              <a:xfrm>
                <a:off x="4332949" y="2857486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6" name="椭圆 655">
                <a:extLst>
                  <a:ext uri="{FF2B5EF4-FFF2-40B4-BE49-F238E27FC236}">
                    <a16:creationId xmlns:a16="http://schemas.microsoft.com/office/drawing/2014/main" id="{6D518D6C-6DF0-6019-0E9C-A725BDA5A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949" y="2857486"/>
                <a:ext cx="863831" cy="694407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8" name="矩形: 圆角 657">
                <a:extLst>
                  <a:ext uri="{FF2B5EF4-FFF2-40B4-BE49-F238E27FC236}">
                    <a16:creationId xmlns:a16="http://schemas.microsoft.com/office/drawing/2014/main" id="{77FAF997-3775-E98B-3CBF-E894301462D8}"/>
                  </a:ext>
                </a:extLst>
              </p:cNvPr>
              <p:cNvSpPr/>
              <p:nvPr/>
            </p:nvSpPr>
            <p:spPr>
              <a:xfrm>
                <a:off x="5272879" y="2860613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58" name="矩形: 圆角 657">
                <a:extLst>
                  <a:ext uri="{FF2B5EF4-FFF2-40B4-BE49-F238E27FC236}">
                    <a16:creationId xmlns:a16="http://schemas.microsoft.com/office/drawing/2014/main" id="{77FAF997-3775-E98B-3CBF-E894301462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879" y="2860613"/>
                <a:ext cx="863831" cy="694407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9" name="矩形: 圆角 658">
                <a:extLst>
                  <a:ext uri="{FF2B5EF4-FFF2-40B4-BE49-F238E27FC236}">
                    <a16:creationId xmlns:a16="http://schemas.microsoft.com/office/drawing/2014/main" id="{6D4D54AA-6582-AD37-B2B6-FAEB41C471ED}"/>
                  </a:ext>
                </a:extLst>
              </p:cNvPr>
              <p:cNvSpPr/>
              <p:nvPr/>
            </p:nvSpPr>
            <p:spPr>
              <a:xfrm>
                <a:off x="6241163" y="2855139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59" name="矩形: 圆角 658">
                <a:extLst>
                  <a:ext uri="{FF2B5EF4-FFF2-40B4-BE49-F238E27FC236}">
                    <a16:creationId xmlns:a16="http://schemas.microsoft.com/office/drawing/2014/main" id="{6D4D54AA-6582-AD37-B2B6-FAEB41C471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163" y="2855139"/>
                <a:ext cx="863831" cy="694407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0" name="矩形: 圆角 659">
                <a:extLst>
                  <a:ext uri="{FF2B5EF4-FFF2-40B4-BE49-F238E27FC236}">
                    <a16:creationId xmlns:a16="http://schemas.microsoft.com/office/drawing/2014/main" id="{B8B22D03-2A2D-6ED2-9D60-06D9180B7267}"/>
                  </a:ext>
                </a:extLst>
              </p:cNvPr>
              <p:cNvSpPr/>
              <p:nvPr/>
            </p:nvSpPr>
            <p:spPr>
              <a:xfrm>
                <a:off x="8939369" y="1686318"/>
                <a:ext cx="863831" cy="69440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60" name="矩形: 圆角 659">
                <a:extLst>
                  <a:ext uri="{FF2B5EF4-FFF2-40B4-BE49-F238E27FC236}">
                    <a16:creationId xmlns:a16="http://schemas.microsoft.com/office/drawing/2014/main" id="{B8B22D03-2A2D-6ED2-9D60-06D9180B7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369" y="1686318"/>
                <a:ext cx="863831" cy="694407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1" name="椭圆 660">
                <a:extLst>
                  <a:ext uri="{FF2B5EF4-FFF2-40B4-BE49-F238E27FC236}">
                    <a16:creationId xmlns:a16="http://schemas.microsoft.com/office/drawing/2014/main" id="{01BAAC4B-C8C9-2176-D833-1175E5B2D55B}"/>
                  </a:ext>
                </a:extLst>
              </p:cNvPr>
              <p:cNvSpPr/>
              <p:nvPr/>
            </p:nvSpPr>
            <p:spPr>
              <a:xfrm>
                <a:off x="3372342" y="2855368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61" name="椭圆 660">
                <a:extLst>
                  <a:ext uri="{FF2B5EF4-FFF2-40B4-BE49-F238E27FC236}">
                    <a16:creationId xmlns:a16="http://schemas.microsoft.com/office/drawing/2014/main" id="{01BAAC4B-C8C9-2176-D833-1175E5B2D5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342" y="2855368"/>
                <a:ext cx="863831" cy="694407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2" name="椭圆 661">
                <a:extLst>
                  <a:ext uri="{FF2B5EF4-FFF2-40B4-BE49-F238E27FC236}">
                    <a16:creationId xmlns:a16="http://schemas.microsoft.com/office/drawing/2014/main" id="{433EDC08-4CD0-0DD5-1D85-FEAE00D14A60}"/>
                  </a:ext>
                </a:extLst>
              </p:cNvPr>
              <p:cNvSpPr/>
              <p:nvPr/>
            </p:nvSpPr>
            <p:spPr>
              <a:xfrm>
                <a:off x="2436554" y="2856423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62" name="椭圆 661">
                <a:extLst>
                  <a:ext uri="{FF2B5EF4-FFF2-40B4-BE49-F238E27FC236}">
                    <a16:creationId xmlns:a16="http://schemas.microsoft.com/office/drawing/2014/main" id="{433EDC08-4CD0-0DD5-1D85-FEAE00D14A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554" y="2856423"/>
                <a:ext cx="863831" cy="694407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3" name="椭圆 662">
                <a:extLst>
                  <a:ext uri="{FF2B5EF4-FFF2-40B4-BE49-F238E27FC236}">
                    <a16:creationId xmlns:a16="http://schemas.microsoft.com/office/drawing/2014/main" id="{C70E01DE-95D1-BA28-1E75-80A8D202BF25}"/>
                  </a:ext>
                </a:extLst>
              </p:cNvPr>
              <p:cNvSpPr/>
              <p:nvPr/>
            </p:nvSpPr>
            <p:spPr>
              <a:xfrm>
                <a:off x="1514437" y="2857486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63" name="椭圆 662">
                <a:extLst>
                  <a:ext uri="{FF2B5EF4-FFF2-40B4-BE49-F238E27FC236}">
                    <a16:creationId xmlns:a16="http://schemas.microsoft.com/office/drawing/2014/main" id="{C70E01DE-95D1-BA28-1E75-80A8D202BF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437" y="2857486"/>
                <a:ext cx="863831" cy="694407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8" name="椭圆 737">
                <a:extLst>
                  <a:ext uri="{FF2B5EF4-FFF2-40B4-BE49-F238E27FC236}">
                    <a16:creationId xmlns:a16="http://schemas.microsoft.com/office/drawing/2014/main" id="{557DEF81-A5D8-FB0B-434B-259AF359CDA8}"/>
                  </a:ext>
                </a:extLst>
              </p:cNvPr>
              <p:cNvSpPr/>
              <p:nvPr/>
            </p:nvSpPr>
            <p:spPr>
              <a:xfrm>
                <a:off x="3788403" y="4042476"/>
                <a:ext cx="863831" cy="694407"/>
              </a:xfrm>
              <a:prstGeom prst="ellipse">
                <a:avLst/>
              </a:prstGeom>
              <a:solidFill>
                <a:srgbClr val="2126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3600" b="1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altLang="zh-CN" sz="3600" b="1" i="1" dirty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sub>
                      </m:sSub>
                    </m:oMath>
                  </m:oMathPara>
                </a14:m>
                <a:endParaRPr lang="zh-CN" altLang="en-US" sz="3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38" name="椭圆 737">
                <a:extLst>
                  <a:ext uri="{FF2B5EF4-FFF2-40B4-BE49-F238E27FC236}">
                    <a16:creationId xmlns:a16="http://schemas.microsoft.com/office/drawing/2014/main" id="{557DEF81-A5D8-FB0B-434B-259AF359CD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403" y="4042476"/>
                <a:ext cx="863831" cy="694407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9188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106</Words>
  <Application>Microsoft Office PowerPoint</Application>
  <PresentationFormat>宽屏</PresentationFormat>
  <Paragraphs>106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胜宇 韩</dc:creator>
  <cp:lastModifiedBy>Sz W</cp:lastModifiedBy>
  <cp:revision>15</cp:revision>
  <dcterms:created xsi:type="dcterms:W3CDTF">2025-05-14T16:34:19Z</dcterms:created>
  <dcterms:modified xsi:type="dcterms:W3CDTF">2025-12-24T15:22:31Z</dcterms:modified>
</cp:coreProperties>
</file>